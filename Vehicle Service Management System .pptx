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fonts/Font_7_Open_Sans_Italic.fntdata" ContentType="application/x-fontdata"/>
  <Override PartName="/ppt/fonts/Font_6_Open_Sans_Bold.fntdata" ContentType="application/x-fontdata"/>
  <Override PartName="/ppt/fonts/Font_4_Poppins_BoldItalic.fntdata" ContentType="application/x-fontdata"/>
  <Override PartName="/ppt/fonts/Font_1_Poppins_Regular.fntdata" ContentType="application/x-fontdata"/>
  <Override PartName="/ppt/fonts/Font_3_Poppins_Italic.fntdata" ContentType="application/x-fontdata"/>
  <Override PartName="/ppt/fonts/Font_2_Poppins_Bold.fntdata" ContentType="application/x-fontdata"/>
  <Override PartName="/ppt/fonts/Font_8_Open_Sans_BoldItalic.fntdata" ContentType="application/x-fontdata"/>
  <Override PartName="/ppt/fonts/Font_5_Open_Sans_Regular.fntdata" ContentType="application/x-fontdata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presProps.xml" ContentType="application/vnd.openxmlformats-officedocument.presentationml.presProps+xml"/>
  <Override PartName="/ppt/media/image46.png" ContentType="image/png"/>
  <Override PartName="/ppt/media/image2.png" ContentType="image/png"/>
  <Override PartName="/ppt/media/image57.png" ContentType="image/png"/>
  <Override PartName="/ppt/media/image45.png" ContentType="image/png"/>
  <Override PartName="/ppt/media/image18.png" ContentType="image/png"/>
  <Override PartName="/ppt/media/image1.png" ContentType="image/png"/>
  <Override PartName="/ppt/media/image58.png" ContentType="image/png"/>
  <Override PartName="/ppt/media/image59.png" ContentType="image/png"/>
  <Override PartName="/ppt/media/image102.png" ContentType="image/png"/>
  <Override PartName="/ppt/media/image21.png" ContentType="image/png"/>
  <Override PartName="/ppt/media/image47.png" ContentType="image/png"/>
  <Override PartName="/ppt/media/image3.png" ContentType="image/png"/>
  <Override PartName="/ppt/media/image70.png" ContentType="image/png"/>
  <Override PartName="/ppt/media/image6.jpeg" ContentType="image/jpeg"/>
  <Override PartName="/ppt/media/image40.png" ContentType="image/png"/>
  <Override PartName="/ppt/media/image4.png" ContentType="image/png"/>
  <Override PartName="/ppt/media/image71.png" ContentType="image/png"/>
  <Override PartName="/ppt/media/image41.png" ContentType="image/png"/>
  <Override PartName="/ppt/media/image5.png" ContentType="image/png"/>
  <Override PartName="/ppt/media/image73.png" ContentType="image/png"/>
  <Override PartName="/ppt/media/image43.png" ContentType="image/png"/>
  <Override PartName="/ppt/media/image7.png" ContentType="image/png"/>
  <Override PartName="/ppt/media/image29.png" ContentType="image/png"/>
  <Override PartName="/ppt/media/image74.png" ContentType="image/png"/>
  <Override PartName="/ppt/media/image11.png" ContentType="image/png"/>
  <Override PartName="/ppt/media/image8.png" ContentType="image/png"/>
  <Override PartName="/ppt/media/image28.png" ContentType="image/png"/>
  <Override PartName="/ppt/media/image75.png" ContentType="image/png"/>
  <Override PartName="/ppt/media/image10.png" ContentType="image/png"/>
  <Override PartName="/ppt/media/image9.png" ContentType="image/png"/>
  <Override PartName="/ppt/media/image12.png" ContentType="image/png"/>
  <Override PartName="/ppt/media/image13.png" ContentType="image/png"/>
  <Override PartName="/ppt/media/image49.png" ContentType="image/png"/>
  <Override PartName="/ppt/media/image14.png" ContentType="image/png"/>
  <Override PartName="/ppt/media/image48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44.png" ContentType="image/png"/>
  <Override PartName="/ppt/media/image19.png" ContentType="image/png"/>
  <Override PartName="/ppt/media/image103.png" ContentType="image/png"/>
  <Override PartName="/ppt/media/image20.png" ContentType="image/png"/>
  <Override PartName="/ppt/media/image22.png" ContentType="image/png"/>
  <Override PartName="/ppt/media/image101.png" ContentType="image/png"/>
  <Override PartName="/ppt/media/image23.png" ContentType="image/png"/>
  <Override PartName="/ppt/media/image100.png" ContentType="image/png"/>
  <Override PartName="/ppt/media/image24.png" ContentType="image/png"/>
  <Override PartName="/ppt/media/image25.png" ContentType="image/png"/>
  <Override PartName="/ppt/media/image105.png" ContentType="image/png"/>
  <Override PartName="/ppt/media/image26.png" ContentType="image/png"/>
  <Override PartName="/ppt/media/image104.png" ContentType="image/png"/>
  <Override PartName="/ppt/media/image27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2.png" ContentType="image/png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media/image54.png" ContentType="image/png"/>
  <Override PartName="/ppt/media/image55.png" ContentType="image/png"/>
  <Override PartName="/ppt/media/image56.png" ContentType="image/png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65.png" ContentType="image/png"/>
  <Override PartName="/ppt/media/image66.png" ContentType="image/png"/>
  <Override PartName="/ppt/media/image67.png" ContentType="image/png"/>
  <Override PartName="/ppt/media/image68.png" ContentType="image/png"/>
  <Override PartName="/ppt/media/image69.png" ContentType="image/png"/>
  <Override PartName="/ppt/media/image72.png" ContentType="image/png"/>
  <Override PartName="/ppt/media/image76.png" ContentType="image/png"/>
  <Override PartName="/ppt/media/image77.png" ContentType="image/png"/>
  <Override PartName="/ppt/media/image78.png" ContentType="image/png"/>
  <Override PartName="/ppt/media/image79.png" ContentType="image/png"/>
  <Override PartName="/ppt/media/image80.png" ContentType="image/png"/>
  <Override PartName="/ppt/media/image81.png" ContentType="image/png"/>
  <Override PartName="/ppt/media/image82.png" ContentType="image/png"/>
  <Override PartName="/ppt/media/image83.png" ContentType="image/png"/>
  <Override PartName="/ppt/media/image84.png" ContentType="image/png"/>
  <Override PartName="/ppt/media/image85.png" ContentType="image/png"/>
  <Override PartName="/ppt/media/image86.png" ContentType="image/png"/>
  <Override PartName="/ppt/media/image87.png" ContentType="image/png"/>
  <Override PartName="/ppt/media/image88.png" ContentType="image/png"/>
  <Override PartName="/ppt/media/image89.png" ContentType="image/png"/>
  <Override PartName="/ppt/media/image90.png" ContentType="image/png"/>
  <Override PartName="/ppt/media/image91.png" ContentType="image/png"/>
  <Override PartName="/ppt/media/image92.png" ContentType="image/png"/>
  <Override PartName="/ppt/media/image93.png" ContentType="image/png"/>
  <Override PartName="/ppt/media/image94.png" ContentType="image/png"/>
  <Override PartName="/ppt/media/image95.png" ContentType="image/png"/>
  <Override PartName="/ppt/media/image96.png" ContentType="image/png"/>
  <Override PartName="/ppt/media/image97.png" ContentType="image/png"/>
  <Override PartName="/ppt/media/image98.png" ContentType="image/png"/>
  <Override PartName="/ppt/media/image99.png" ContentType="image/png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embeddedFontLst>
    <p:embeddedFont>
      <p:font typeface="Poppins"/>
      <p:regular r:id="rId24"/>
      <p:bold r:id="rId25"/>
      <p:italic r:id="rId26"/>
      <p:boldItalic r:id="rId27"/>
    </p:embeddedFont>
    <p:embeddedFont>
      <p:font typeface="Open Sans"/>
      <p:regular r:id="rId28"/>
      <p:bold r:id="rId29"/>
      <p:italic r:id="rId30"/>
      <p:boldItalic r:id="rId31"/>
    </p:embeddedFont>
    <p:embeddedFont>
      <p:font typeface="Poppins Medium"/>
    </p:embeddedFont>
    <p:embeddedFont>
      <p:font typeface="Poppins SemiBold"/>
    </p:embeddedFont>
    <p:embeddedFont>
      <p:font typeface="Poppins ExtraBold"/>
    </p:embeddedFont>
    <p:embeddedFont>
      <p:font typeface="Open Sans SemiBold"/>
    </p:embeddedFont>
    <p:embeddedFont>
      <p:font typeface="Open Sans Medium"/>
    </p:embeddedFont>
    <p:embeddedFont>
      <p:font typeface="Microsoft YaHei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font" Target="fonts/Font_1_Poppins_Regular.fntdata"/><Relationship Id="rId25" Type="http://schemas.openxmlformats.org/officeDocument/2006/relationships/font" Target="fonts/Font_2_Poppins_Bold.fntdata"/><Relationship Id="rId26" Type="http://schemas.openxmlformats.org/officeDocument/2006/relationships/font" Target="fonts/Font_3_Poppins_Italic.fntdata"/><Relationship Id="rId27" Type="http://schemas.openxmlformats.org/officeDocument/2006/relationships/font" Target="fonts/Font_4_Poppins_BoldItalic.fntdata"/><Relationship Id="rId28" Type="http://schemas.openxmlformats.org/officeDocument/2006/relationships/font" Target="fonts/Font_5_Open_Sans_Regular.fntdata"/><Relationship Id="rId29" Type="http://schemas.openxmlformats.org/officeDocument/2006/relationships/font" Target="fonts/Font_6_Open_Sans_Bold.fntdata"/><Relationship Id="rId30" Type="http://schemas.openxmlformats.org/officeDocument/2006/relationships/font" Target="fonts/Font_7_Open_Sans_Italic.fntdata"/><Relationship Id="rId31" Type="http://schemas.openxmlformats.org/officeDocument/2006/relationships/font" Target="fonts/Font_8_Open_Sans_BoldItalic.fntdata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B2E7E2-26A8-4909-95C8-18CF4E2BABC2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13E3A6-A39C-430B-880E-D4F1D8694753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CE19D3-9BF7-4FF4-8577-5B92ABAFABBE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4AC1F1-C71E-44F6-8DC4-7872A003A18A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50E63F-65E0-4497-B530-791F29EB70CD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en-IN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6754A4-92C7-4320-9CBA-E40BC1B4DF58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0CF25D-66B9-45F8-A6DC-FCF9E6D02958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F72661-F613-4AF7-B27F-F7466BF8583B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411BCF-0B83-40AC-950D-A037E456780C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677C67-20FE-416C-B6B8-B5B4B4BBCB2F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6760BA7-61A7-492D-AC77-B412F77F0107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jpeg"/><Relationship Id="rId7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2.png"/><Relationship Id="rId8" Type="http://schemas.openxmlformats.org/officeDocument/2006/relationships/image" Target="../media/image12.png"/><Relationship Id="rId9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3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4.png"/><Relationship Id="rId13" Type="http://schemas.openxmlformats.org/officeDocument/2006/relationships/image" Target="../media/image34.png"/><Relationship Id="rId1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Relationship Id="rId1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image" Target="../media/image55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image" Target="../media/image57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59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1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image" Target="../media/image63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29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6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67.png"/><Relationship Id="rId13" Type="http://schemas.openxmlformats.org/officeDocument/2006/relationships/image" Target="../media/image67.png"/><Relationship Id="rId14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image" Target="../media/image69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0.png"/><Relationship Id="rId2" Type="http://schemas.openxmlformats.org/officeDocument/2006/relationships/image" Target="../media/image71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2.png"/><Relationship Id="rId2" Type="http://schemas.openxmlformats.org/officeDocument/2006/relationships/image" Target="../media/image73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Relationship Id="rId11" Type="http://schemas.openxmlformats.org/officeDocument/2006/relationships/image" Target="../media/image79.png"/><Relationship Id="rId12" Type="http://schemas.openxmlformats.org/officeDocument/2006/relationships/image" Target="../media/image80.png"/><Relationship Id="rId13" Type="http://schemas.openxmlformats.org/officeDocument/2006/relationships/image" Target="../media/image81.png"/><Relationship Id="rId14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Relationship Id="rId9" Type="http://schemas.openxmlformats.org/officeDocument/2006/relationships/image" Target="../media/image89.png"/><Relationship Id="rId10" Type="http://schemas.openxmlformats.org/officeDocument/2006/relationships/image" Target="../media/image90.png"/><Relationship Id="rId11" Type="http://schemas.openxmlformats.org/officeDocument/2006/relationships/image" Target="../media/image91.png"/><Relationship Id="rId12" Type="http://schemas.openxmlformats.org/officeDocument/2006/relationships/image" Target="../media/image92.png"/><Relationship Id="rId13" Type="http://schemas.openxmlformats.org/officeDocument/2006/relationships/image" Target="../media/image93.png"/><Relationship Id="rId14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00.png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04.png"/><Relationship Id="rId3" Type="http://schemas.openxmlformats.org/officeDocument/2006/relationships/image" Target="../media/image105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85;p13" descr="image.png"/>
          <p:cNvPicPr/>
          <p:nvPr/>
        </p:nvPicPr>
        <p:blipFill>
          <a:blip r:embed="rId1"/>
          <a:stretch/>
        </p:blipFill>
        <p:spPr>
          <a:xfrm>
            <a:off x="5619600" y="-5040"/>
            <a:ext cx="952200" cy="95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Google Shape;86;p13" descr="image.png"/>
          <p:cNvPicPr/>
          <p:nvPr/>
        </p:nvPicPr>
        <p:blipFill>
          <a:blip r:embed="rId2"/>
          <a:stretch/>
        </p:blipFill>
        <p:spPr>
          <a:xfrm>
            <a:off x="1123920" y="4785120"/>
            <a:ext cx="9943920" cy="76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Google Shape;87;p13" descr="image.png"/>
          <p:cNvPicPr/>
          <p:nvPr/>
        </p:nvPicPr>
        <p:blipFill>
          <a:blip r:embed="rId3"/>
          <a:stretch/>
        </p:blipFill>
        <p:spPr>
          <a:xfrm>
            <a:off x="1123920" y="5784840"/>
            <a:ext cx="9943920" cy="107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Google Shape;88;p13" descr="image.png"/>
          <p:cNvPicPr/>
          <p:nvPr/>
        </p:nvPicPr>
        <p:blipFill>
          <a:blip r:embed="rId4"/>
          <a:stretch/>
        </p:blipFill>
        <p:spPr>
          <a:xfrm>
            <a:off x="3970800" y="3890160"/>
            <a:ext cx="4250160" cy="89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Google Shape;89;p13"/>
          <p:cNvSpPr/>
          <p:nvPr/>
        </p:nvSpPr>
        <p:spPr>
          <a:xfrm>
            <a:off x="2935440" y="1495440"/>
            <a:ext cx="6320520" cy="11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0" lang="en-US" sz="4200" strike="noStrike" u="none">
                <a:solidFill>
                  <a:srgbClr val="0f172a"/>
                </a:solidFill>
                <a:effectLst/>
                <a:uFillTx/>
                <a:latin typeface="Poppins ExtraBold"/>
                <a:ea typeface="Poppins ExtraBold"/>
              </a:rPr>
              <a:t>VEHICLE SERVICE</a:t>
            </a:r>
            <a:br>
              <a:rPr sz="1800"/>
            </a:br>
            <a:r>
              <a:rPr b="0" lang="en-US" sz="4200" strike="noStrike" u="none">
                <a:solidFill>
                  <a:srgbClr val="0f172a"/>
                </a:solidFill>
                <a:effectLst/>
                <a:uFillTx/>
                <a:latin typeface="Poppins ExtraBold"/>
                <a:ea typeface="Poppins ExtraBold"/>
              </a:rPr>
              <a:t> MANAGEMENT SYSTEM</a:t>
            </a:r>
            <a:endParaRPr b="0" lang="en-IN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90;p13"/>
          <p:cNvSpPr/>
          <p:nvPr/>
        </p:nvSpPr>
        <p:spPr>
          <a:xfrm>
            <a:off x="4229280" y="3164040"/>
            <a:ext cx="373356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64748b"/>
                </a:solidFill>
                <a:effectLst/>
                <a:uFillTx/>
                <a:latin typeface="Open Sans Medium"/>
                <a:ea typeface="Open Sans Medium"/>
              </a:rPr>
              <a:t>A Modern Solution for Service Centers</a:t>
            </a:r>
            <a:endParaRPr b="0" lang="en-IN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Google Shape;91;p13" descr="image.png"/>
          <p:cNvPicPr/>
          <p:nvPr/>
        </p:nvPicPr>
        <p:blipFill>
          <a:blip r:embed="rId5"/>
          <a:stretch/>
        </p:blipFill>
        <p:spPr>
          <a:xfrm>
            <a:off x="5715000" y="90360"/>
            <a:ext cx="76176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Google Shape;92;p13"/>
          <p:cNvSpPr/>
          <p:nvPr/>
        </p:nvSpPr>
        <p:spPr>
          <a:xfrm>
            <a:off x="4290840" y="3933360"/>
            <a:ext cx="361008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40af"/>
                </a:solidFill>
                <a:effectLst/>
                <a:uFillTx/>
                <a:latin typeface="Open Sans"/>
                <a:ea typeface="Open Sans"/>
              </a:rPr>
              <a:t>GROUP LEADER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3;p13"/>
          <p:cNvSpPr/>
          <p:nvPr/>
        </p:nvSpPr>
        <p:spPr>
          <a:xfrm>
            <a:off x="4290840" y="4223520"/>
            <a:ext cx="361008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e293b"/>
                </a:solidFill>
                <a:effectLst/>
                <a:uFillTx/>
                <a:latin typeface="Open Sans SemiBold"/>
                <a:ea typeface="Open Sans SemiBold"/>
              </a:rPr>
              <a:t>Souvik Ghosh (Roll No: 108250600263)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94;p13"/>
          <p:cNvSpPr/>
          <p:nvPr/>
        </p:nvSpPr>
        <p:spPr>
          <a:xfrm>
            <a:off x="1123920" y="6108840"/>
            <a:ext cx="9943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Under The Guidance of :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 Asst. Professor Bikram Saha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95;p13"/>
          <p:cNvSpPr/>
          <p:nvPr/>
        </p:nvSpPr>
        <p:spPr>
          <a:xfrm>
            <a:off x="1123920" y="6516360"/>
            <a:ext cx="99439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9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effectLst/>
                <a:uFillTx/>
                <a:latin typeface="Open Sans"/>
                <a:ea typeface="Open Sans"/>
              </a:rPr>
              <a:t>Institute Name : Asansol Engineering College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96;p13"/>
          <p:cNvSpPr/>
          <p:nvPr/>
        </p:nvSpPr>
        <p:spPr>
          <a:xfrm>
            <a:off x="1419120" y="4937400"/>
            <a:ext cx="299052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34155"/>
                </a:solidFill>
                <a:effectLst/>
                <a:uFillTx/>
                <a:latin typeface="Open Sans"/>
                <a:ea typeface="Open Sans"/>
              </a:rPr>
              <a:t>Snehasish Kundu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97;p13"/>
          <p:cNvSpPr/>
          <p:nvPr/>
        </p:nvSpPr>
        <p:spPr>
          <a:xfrm>
            <a:off x="1419120" y="5181120"/>
            <a:ext cx="29905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9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effectLst/>
                <a:uFillTx/>
                <a:latin typeface="Open Sans"/>
                <a:ea typeface="Open Sans"/>
              </a:rPr>
              <a:t>Roll No: 108250600245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98;p13"/>
          <p:cNvSpPr/>
          <p:nvPr/>
        </p:nvSpPr>
        <p:spPr>
          <a:xfrm>
            <a:off x="4600440" y="4937400"/>
            <a:ext cx="299052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34155"/>
                </a:solidFill>
                <a:effectLst/>
                <a:uFillTx/>
                <a:latin typeface="Open Sans"/>
                <a:ea typeface="Open Sans"/>
              </a:rPr>
              <a:t>Sansuddhi Mukhopadhyay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99;p13"/>
          <p:cNvSpPr/>
          <p:nvPr/>
        </p:nvSpPr>
        <p:spPr>
          <a:xfrm>
            <a:off x="4600440" y="5181120"/>
            <a:ext cx="29905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9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effectLst/>
                <a:uFillTx/>
                <a:latin typeface="Open Sans"/>
                <a:ea typeface="Open Sans"/>
              </a:rPr>
              <a:t>Roll No: 108250600210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00;p13"/>
          <p:cNvSpPr/>
          <p:nvPr/>
        </p:nvSpPr>
        <p:spPr>
          <a:xfrm>
            <a:off x="7781760" y="4937400"/>
            <a:ext cx="299052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34155"/>
                </a:solidFill>
                <a:effectLst/>
                <a:uFillTx/>
                <a:latin typeface="Open Sans"/>
                <a:ea typeface="Open Sans"/>
              </a:rPr>
              <a:t>Sneha Tiwari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01;p13"/>
          <p:cNvSpPr/>
          <p:nvPr/>
        </p:nvSpPr>
        <p:spPr>
          <a:xfrm>
            <a:off x="7781760" y="5181120"/>
            <a:ext cx="29905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9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effectLst/>
                <a:uFillTx/>
                <a:latin typeface="Open Sans"/>
                <a:ea typeface="Open Sans"/>
              </a:rPr>
              <a:t>Roll No: 108250600244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6"/>
          <a:stretch/>
        </p:blipFill>
        <p:spPr>
          <a:xfrm>
            <a:off x="5040000" y="96480"/>
            <a:ext cx="1980000" cy="1523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106;p1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Google Shape;107;p14" descr="image.png"/>
          <p:cNvPicPr/>
          <p:nvPr/>
        </p:nvPicPr>
        <p:blipFill>
          <a:blip r:embed="rId2"/>
          <a:stretch/>
        </p:blipFill>
        <p:spPr>
          <a:xfrm>
            <a:off x="571680" y="2823480"/>
            <a:ext cx="5285880" cy="38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Google Shape;108;p14"/>
          <p:cNvSpPr/>
          <p:nvPr/>
        </p:nvSpPr>
        <p:spPr>
          <a:xfrm>
            <a:off x="571680" y="1623240"/>
            <a:ext cx="5285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75569"/>
                </a:solidFill>
                <a:effectLst/>
                <a:uFillTx/>
                <a:latin typeface="Open Sans Medium"/>
                <a:ea typeface="Open Sans Medium"/>
              </a:rPr>
              <a:t>A console-based application to streamline vehicle service operations. Replaces manual record-keeping with digital workflows.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Google Shape;109;p14" descr="image.png"/>
          <p:cNvPicPr/>
          <p:nvPr/>
        </p:nvPicPr>
        <p:blipFill>
          <a:blip r:embed="rId3"/>
          <a:stretch/>
        </p:blipFill>
        <p:spPr>
          <a:xfrm>
            <a:off x="6854400" y="2133000"/>
            <a:ext cx="4245120" cy="380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Google Shape;110;p14" descr="image.png"/>
          <p:cNvPicPr/>
          <p:nvPr/>
        </p:nvPicPr>
        <p:blipFill>
          <a:blip r:embed="rId4"/>
          <a:stretch/>
        </p:blipFill>
        <p:spPr>
          <a:xfrm>
            <a:off x="866880" y="311868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Google Shape;111;p14"/>
          <p:cNvSpPr/>
          <p:nvPr/>
        </p:nvSpPr>
        <p:spPr>
          <a:xfrm>
            <a:off x="866880" y="4109400"/>
            <a:ext cx="49302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Core Features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12;p14"/>
          <p:cNvSpPr/>
          <p:nvPr/>
        </p:nvSpPr>
        <p:spPr>
          <a:xfrm>
            <a:off x="866880" y="5951520"/>
            <a:ext cx="46954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Open Sans SemiBold"/>
                <a:ea typeface="Open Sans SemiBold"/>
              </a:rPr>
              <a:t>Built with C for high performance and reliability.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Google Shape;113;p14" descr="image.png"/>
          <p:cNvPicPr/>
          <p:nvPr/>
        </p:nvPicPr>
        <p:blipFill>
          <a:blip r:embed="rId5"/>
          <a:stretch/>
        </p:blipFill>
        <p:spPr>
          <a:xfrm>
            <a:off x="1000080" y="3271320"/>
            <a:ext cx="30456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Google Shape;114;p14"/>
          <p:cNvSpPr/>
          <p:nvPr/>
        </p:nvSpPr>
        <p:spPr>
          <a:xfrm>
            <a:off x="1152360" y="4557240"/>
            <a:ext cx="4409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Vehicle Registration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15;p14"/>
          <p:cNvSpPr/>
          <p:nvPr/>
        </p:nvSpPr>
        <p:spPr>
          <a:xfrm>
            <a:off x="1152360" y="4974120"/>
            <a:ext cx="4409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Service History Tracking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16;p14"/>
          <p:cNvSpPr/>
          <p:nvPr/>
        </p:nvSpPr>
        <p:spPr>
          <a:xfrm>
            <a:off x="1152360" y="5391360"/>
            <a:ext cx="4409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Secure Authentication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Google Shape;117;p14" descr="image.png"/>
          <p:cNvPicPr/>
          <p:nvPr/>
        </p:nvPicPr>
        <p:blipFill>
          <a:blip r:embed="rId6"/>
          <a:stretch/>
        </p:blipFill>
        <p:spPr>
          <a:xfrm>
            <a:off x="866880" y="4600080"/>
            <a:ext cx="17100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Google Shape;118;p14" descr="image.png"/>
          <p:cNvPicPr/>
          <p:nvPr/>
        </p:nvPicPr>
        <p:blipFill>
          <a:blip r:embed="rId7"/>
          <a:stretch/>
        </p:blipFill>
        <p:spPr>
          <a:xfrm>
            <a:off x="866880" y="5017320"/>
            <a:ext cx="17100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Google Shape;119;p14" descr="image.png"/>
          <p:cNvPicPr/>
          <p:nvPr/>
        </p:nvPicPr>
        <p:blipFill>
          <a:blip r:embed="rId8"/>
          <a:stretch/>
        </p:blipFill>
        <p:spPr>
          <a:xfrm>
            <a:off x="866880" y="5434200"/>
            <a:ext cx="171000" cy="1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Google Shape;120;p14"/>
          <p:cNvSpPr/>
          <p:nvPr/>
        </p:nvSpPr>
        <p:spPr>
          <a:xfrm>
            <a:off x="762120" y="547200"/>
            <a:ext cx="1140120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50" strike="noStrike" u="non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Introduction</a:t>
            </a:r>
            <a:endParaRPr b="0" lang="en-IN" sz="3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21;p14"/>
          <p:cNvSpPr/>
          <p:nvPr/>
        </p:nvSpPr>
        <p:spPr>
          <a:xfrm>
            <a:off x="571680" y="547200"/>
            <a:ext cx="56880" cy="5997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126;p1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Google Shape;127;p15" descr="image.png"/>
          <p:cNvPicPr/>
          <p:nvPr/>
        </p:nvPicPr>
        <p:blipFill>
          <a:blip r:embed="rId2"/>
          <a:stretch/>
        </p:blipFill>
        <p:spPr>
          <a:xfrm>
            <a:off x="571680" y="2397600"/>
            <a:ext cx="5285880" cy="327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Google Shape;128;p15" descr="image.png"/>
          <p:cNvPicPr/>
          <p:nvPr/>
        </p:nvPicPr>
        <p:blipFill>
          <a:blip r:embed="rId3"/>
          <a:stretch/>
        </p:blipFill>
        <p:spPr>
          <a:xfrm>
            <a:off x="6334200" y="2397600"/>
            <a:ext cx="5285880" cy="327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Google Shape;129;p15" descr="image.png"/>
          <p:cNvPicPr/>
          <p:nvPr/>
        </p:nvPicPr>
        <p:blipFill>
          <a:blip r:embed="rId4"/>
          <a:stretch/>
        </p:blipFill>
        <p:spPr>
          <a:xfrm>
            <a:off x="866880" y="269316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Google Shape;130;p15"/>
          <p:cNvSpPr/>
          <p:nvPr/>
        </p:nvSpPr>
        <p:spPr>
          <a:xfrm>
            <a:off x="866880" y="3683520"/>
            <a:ext cx="49302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The Problem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Google Shape;131;p15" descr="image.png"/>
          <p:cNvPicPr/>
          <p:nvPr/>
        </p:nvPicPr>
        <p:blipFill>
          <a:blip r:embed="rId5"/>
          <a:stretch/>
        </p:blipFill>
        <p:spPr>
          <a:xfrm>
            <a:off x="6629400" y="269316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Google Shape;132;p15"/>
          <p:cNvSpPr/>
          <p:nvPr/>
        </p:nvSpPr>
        <p:spPr>
          <a:xfrm>
            <a:off x="6629400" y="3683520"/>
            <a:ext cx="49302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The Objective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Google Shape;133;p15" descr="image.png"/>
          <p:cNvPicPr/>
          <p:nvPr/>
        </p:nvPicPr>
        <p:blipFill>
          <a:blip r:embed="rId6"/>
          <a:stretch/>
        </p:blipFill>
        <p:spPr>
          <a:xfrm>
            <a:off x="1019160" y="284544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Google Shape;134;p15"/>
          <p:cNvSpPr/>
          <p:nvPr/>
        </p:nvSpPr>
        <p:spPr>
          <a:xfrm>
            <a:off x="1104840" y="4131360"/>
            <a:ext cx="4457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Manual records are error-prone and easy to lose.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35;p15"/>
          <p:cNvSpPr/>
          <p:nvPr/>
        </p:nvSpPr>
        <p:spPr>
          <a:xfrm>
            <a:off x="1152360" y="4548600"/>
            <a:ext cx="4409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Searching old history takes too much time.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36;p15"/>
          <p:cNvSpPr/>
          <p:nvPr/>
        </p:nvSpPr>
        <p:spPr>
          <a:xfrm>
            <a:off x="1171440" y="4965480"/>
            <a:ext cx="4390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No security restricts access to sensitive data.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Google Shape;137;p15" descr="image.png"/>
          <p:cNvPicPr/>
          <p:nvPr/>
        </p:nvPicPr>
        <p:blipFill>
          <a:blip r:embed="rId7"/>
          <a:stretch/>
        </p:blipFill>
        <p:spPr>
          <a:xfrm>
            <a:off x="6781680" y="284544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Google Shape;138;p15"/>
          <p:cNvSpPr/>
          <p:nvPr/>
        </p:nvSpPr>
        <p:spPr>
          <a:xfrm>
            <a:off x="6896160" y="4131360"/>
            <a:ext cx="4428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Build a lightweight, efficient tracking system.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39;p15"/>
          <p:cNvSpPr/>
          <p:nvPr/>
        </p:nvSpPr>
        <p:spPr>
          <a:xfrm>
            <a:off x="6962760" y="4548600"/>
            <a:ext cx="436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Implement Role-Based Access (Admin/User).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40;p15"/>
          <p:cNvSpPr/>
          <p:nvPr/>
        </p:nvSpPr>
        <p:spPr>
          <a:xfrm>
            <a:off x="6896160" y="4965480"/>
            <a:ext cx="4428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Ensure permanent data storage without complex SQL.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Google Shape;141;p15" descr="image.png"/>
          <p:cNvPicPr/>
          <p:nvPr/>
        </p:nvPicPr>
        <p:blipFill>
          <a:blip r:embed="rId8"/>
          <a:stretch/>
        </p:blipFill>
        <p:spPr>
          <a:xfrm>
            <a:off x="866880" y="4174200"/>
            <a:ext cx="12348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Google Shape;142;p15" descr="image.png"/>
          <p:cNvPicPr/>
          <p:nvPr/>
        </p:nvPicPr>
        <p:blipFill>
          <a:blip r:embed="rId9"/>
          <a:stretch/>
        </p:blipFill>
        <p:spPr>
          <a:xfrm>
            <a:off x="866880" y="4591440"/>
            <a:ext cx="17100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Google Shape;143;p15" descr="image.png"/>
          <p:cNvPicPr/>
          <p:nvPr/>
        </p:nvPicPr>
        <p:blipFill>
          <a:blip r:embed="rId10"/>
          <a:stretch/>
        </p:blipFill>
        <p:spPr>
          <a:xfrm>
            <a:off x="866880" y="5008680"/>
            <a:ext cx="19008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Google Shape;144;p15" descr="image.png"/>
          <p:cNvPicPr/>
          <p:nvPr/>
        </p:nvPicPr>
        <p:blipFill>
          <a:blip r:embed="rId11"/>
          <a:stretch/>
        </p:blipFill>
        <p:spPr>
          <a:xfrm>
            <a:off x="6629400" y="4174200"/>
            <a:ext cx="15192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Google Shape;145;p15" descr="image.png"/>
          <p:cNvPicPr/>
          <p:nvPr/>
        </p:nvPicPr>
        <p:blipFill>
          <a:blip r:embed="rId12"/>
          <a:stretch/>
        </p:blipFill>
        <p:spPr>
          <a:xfrm>
            <a:off x="6629400" y="4591440"/>
            <a:ext cx="21888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Google Shape;146;p15" descr="image.png"/>
          <p:cNvPicPr/>
          <p:nvPr/>
        </p:nvPicPr>
        <p:blipFill>
          <a:blip r:embed="rId13"/>
          <a:stretch/>
        </p:blipFill>
        <p:spPr>
          <a:xfrm>
            <a:off x="6629400" y="5008680"/>
            <a:ext cx="151920" cy="1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Google Shape;147;p15"/>
          <p:cNvSpPr/>
          <p:nvPr/>
        </p:nvSpPr>
        <p:spPr>
          <a:xfrm>
            <a:off x="762120" y="903600"/>
            <a:ext cx="1140120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50" strike="noStrike" u="non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Problem &amp; Objective</a:t>
            </a:r>
            <a:endParaRPr b="0" lang="en-IN" sz="3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48;p15"/>
          <p:cNvSpPr/>
          <p:nvPr/>
        </p:nvSpPr>
        <p:spPr>
          <a:xfrm>
            <a:off x="571680" y="903600"/>
            <a:ext cx="56880" cy="5997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53;p1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Google Shape;154;p16" descr="image.png"/>
          <p:cNvPicPr/>
          <p:nvPr/>
        </p:nvPicPr>
        <p:blipFill>
          <a:blip r:embed="rId2"/>
          <a:stretch/>
        </p:blipFill>
        <p:spPr>
          <a:xfrm>
            <a:off x="571680" y="1789200"/>
            <a:ext cx="11048760" cy="449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Google Shape;155;p16"/>
          <p:cNvSpPr/>
          <p:nvPr/>
        </p:nvSpPr>
        <p:spPr>
          <a:xfrm>
            <a:off x="571680" y="4717080"/>
            <a:ext cx="1104876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228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Open Sans"/>
                <a:ea typeface="Open Sans"/>
              </a:rPr>
              <a:t>Digital workflow ensures data integrity at every step.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Google Shape;156;p16" descr="image.png"/>
          <p:cNvPicPr/>
          <p:nvPr/>
        </p:nvPicPr>
        <p:blipFill>
          <a:blip r:embed="rId3"/>
          <a:stretch/>
        </p:blipFill>
        <p:spPr>
          <a:xfrm>
            <a:off x="4119480" y="475488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Google Shape;157;p16"/>
          <p:cNvSpPr/>
          <p:nvPr/>
        </p:nvSpPr>
        <p:spPr>
          <a:xfrm>
            <a:off x="762120" y="903600"/>
            <a:ext cx="1140120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50" strike="noStrike" u="non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System Workflow</a:t>
            </a:r>
            <a:endParaRPr b="0" lang="en-IN" sz="3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58;p16"/>
          <p:cNvSpPr/>
          <p:nvPr/>
        </p:nvSpPr>
        <p:spPr>
          <a:xfrm>
            <a:off x="571680" y="903600"/>
            <a:ext cx="56880" cy="5997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63;p1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Google Shape;164;p17" descr="image.png"/>
          <p:cNvPicPr/>
          <p:nvPr/>
        </p:nvPicPr>
        <p:blipFill>
          <a:blip r:embed="rId2"/>
          <a:stretch/>
        </p:blipFill>
        <p:spPr>
          <a:xfrm>
            <a:off x="571680" y="2302560"/>
            <a:ext cx="5285880" cy="347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oogle Shape;165;p17" descr="image.png"/>
          <p:cNvPicPr/>
          <p:nvPr/>
        </p:nvPicPr>
        <p:blipFill>
          <a:blip r:embed="rId3"/>
          <a:stretch/>
        </p:blipFill>
        <p:spPr>
          <a:xfrm>
            <a:off x="6334200" y="2302560"/>
            <a:ext cx="5285880" cy="347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Google Shape;166;p17" descr="image.png"/>
          <p:cNvPicPr/>
          <p:nvPr/>
        </p:nvPicPr>
        <p:blipFill>
          <a:blip r:embed="rId4"/>
          <a:stretch/>
        </p:blipFill>
        <p:spPr>
          <a:xfrm>
            <a:off x="866880" y="259776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Google Shape;167;p17"/>
          <p:cNvSpPr/>
          <p:nvPr/>
        </p:nvSpPr>
        <p:spPr>
          <a:xfrm>
            <a:off x="866880" y="3588480"/>
            <a:ext cx="49302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Hardware (Minimalist)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Google Shape;168;p17" descr="image.png"/>
          <p:cNvPicPr/>
          <p:nvPr/>
        </p:nvPicPr>
        <p:blipFill>
          <a:blip r:embed="rId5"/>
          <a:stretch/>
        </p:blipFill>
        <p:spPr>
          <a:xfrm>
            <a:off x="6629400" y="259776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Google Shape;169;p17"/>
          <p:cNvSpPr/>
          <p:nvPr/>
        </p:nvSpPr>
        <p:spPr>
          <a:xfrm>
            <a:off x="6629400" y="3588480"/>
            <a:ext cx="49302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Software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Google Shape;170;p17" descr="image.png"/>
          <p:cNvPicPr/>
          <p:nvPr/>
        </p:nvPicPr>
        <p:blipFill>
          <a:blip r:embed="rId6"/>
          <a:stretch/>
        </p:blipFill>
        <p:spPr>
          <a:xfrm>
            <a:off x="1019160" y="275004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Google Shape;171;p17"/>
          <p:cNvSpPr/>
          <p:nvPr/>
        </p:nvSpPr>
        <p:spPr>
          <a:xfrm>
            <a:off x="1085760" y="4226400"/>
            <a:ext cx="447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Processor: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 i3 or any modern CPU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72;p17"/>
          <p:cNvSpPr/>
          <p:nvPr/>
        </p:nvSpPr>
        <p:spPr>
          <a:xfrm>
            <a:off x="1085760" y="4643640"/>
            <a:ext cx="447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RAM: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 4GB recommended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73;p17"/>
          <p:cNvSpPr/>
          <p:nvPr/>
        </p:nvSpPr>
        <p:spPr>
          <a:xfrm>
            <a:off x="1085760" y="5060880"/>
            <a:ext cx="447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Storage: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 &lt; 50MB disk space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Google Shape;174;p17" descr="image.png"/>
          <p:cNvPicPr/>
          <p:nvPr/>
        </p:nvPicPr>
        <p:blipFill>
          <a:blip r:embed="rId7"/>
          <a:stretch/>
        </p:blipFill>
        <p:spPr>
          <a:xfrm>
            <a:off x="6796080" y="2750040"/>
            <a:ext cx="2376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Google Shape;175;p17"/>
          <p:cNvSpPr/>
          <p:nvPr/>
        </p:nvSpPr>
        <p:spPr>
          <a:xfrm>
            <a:off x="6848640" y="4226400"/>
            <a:ext cx="447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OS: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 Windows 10/11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176;p17"/>
          <p:cNvSpPr/>
          <p:nvPr/>
        </p:nvSpPr>
        <p:spPr>
          <a:xfrm>
            <a:off x="6848640" y="4643640"/>
            <a:ext cx="447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Terminal: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 PowerShell or Command Prompt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177;p17"/>
          <p:cNvSpPr/>
          <p:nvPr/>
        </p:nvSpPr>
        <p:spPr>
          <a:xfrm>
            <a:off x="6848640" y="5060880"/>
            <a:ext cx="447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Compiler: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 GCC (MinGW) for development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Google Shape;178;p17" descr="image.png"/>
          <p:cNvPicPr/>
          <p:nvPr/>
        </p:nvPicPr>
        <p:blipFill>
          <a:blip r:embed="rId8"/>
          <a:stretch/>
        </p:blipFill>
        <p:spPr>
          <a:xfrm>
            <a:off x="866880" y="4269600"/>
            <a:ext cx="10440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Google Shape;179;p17" descr="image.png"/>
          <p:cNvPicPr/>
          <p:nvPr/>
        </p:nvPicPr>
        <p:blipFill>
          <a:blip r:embed="rId9"/>
          <a:stretch/>
        </p:blipFill>
        <p:spPr>
          <a:xfrm>
            <a:off x="866880" y="4686480"/>
            <a:ext cx="10440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Google Shape;180;p17" descr="image.png"/>
          <p:cNvPicPr/>
          <p:nvPr/>
        </p:nvPicPr>
        <p:blipFill>
          <a:blip r:embed="rId10"/>
          <a:stretch/>
        </p:blipFill>
        <p:spPr>
          <a:xfrm>
            <a:off x="866880" y="5103720"/>
            <a:ext cx="10440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Google Shape;181;p17" descr="image.png"/>
          <p:cNvPicPr/>
          <p:nvPr/>
        </p:nvPicPr>
        <p:blipFill>
          <a:blip r:embed="rId11"/>
          <a:stretch/>
        </p:blipFill>
        <p:spPr>
          <a:xfrm>
            <a:off x="6629400" y="4269600"/>
            <a:ext cx="10440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Google Shape;182;p17" descr="image.png"/>
          <p:cNvPicPr/>
          <p:nvPr/>
        </p:nvPicPr>
        <p:blipFill>
          <a:blip r:embed="rId12"/>
          <a:stretch/>
        </p:blipFill>
        <p:spPr>
          <a:xfrm>
            <a:off x="6629400" y="4686480"/>
            <a:ext cx="10440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Google Shape;183;p17" descr="image.png"/>
          <p:cNvPicPr/>
          <p:nvPr/>
        </p:nvPicPr>
        <p:blipFill>
          <a:blip r:embed="rId13"/>
          <a:stretch/>
        </p:blipFill>
        <p:spPr>
          <a:xfrm>
            <a:off x="6629400" y="5103720"/>
            <a:ext cx="104400" cy="1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Google Shape;184;p17"/>
          <p:cNvSpPr/>
          <p:nvPr/>
        </p:nvSpPr>
        <p:spPr>
          <a:xfrm>
            <a:off x="762120" y="903600"/>
            <a:ext cx="1140120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50" strike="noStrike" u="non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Requirements</a:t>
            </a:r>
            <a:endParaRPr b="0" lang="en-IN" sz="3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185;p17"/>
          <p:cNvSpPr/>
          <p:nvPr/>
        </p:nvSpPr>
        <p:spPr>
          <a:xfrm>
            <a:off x="571680" y="903600"/>
            <a:ext cx="56880" cy="5997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90;p18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Google Shape;191;p18" descr="image.png"/>
          <p:cNvPicPr/>
          <p:nvPr/>
        </p:nvPicPr>
        <p:blipFill>
          <a:blip r:embed="rId2"/>
          <a:stretch/>
        </p:blipFill>
        <p:spPr>
          <a:xfrm>
            <a:off x="571680" y="2577600"/>
            <a:ext cx="2583360" cy="291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Google Shape;192;p18" descr="image.png"/>
          <p:cNvPicPr/>
          <p:nvPr/>
        </p:nvPicPr>
        <p:blipFill>
          <a:blip r:embed="rId3"/>
          <a:stretch/>
        </p:blipFill>
        <p:spPr>
          <a:xfrm>
            <a:off x="3393360" y="2577600"/>
            <a:ext cx="2583360" cy="291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Google Shape;193;p18" descr="image.png"/>
          <p:cNvPicPr/>
          <p:nvPr/>
        </p:nvPicPr>
        <p:blipFill>
          <a:blip r:embed="rId4"/>
          <a:stretch/>
        </p:blipFill>
        <p:spPr>
          <a:xfrm>
            <a:off x="6215040" y="2577600"/>
            <a:ext cx="2583360" cy="291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Google Shape;194;p18" descr="image.png"/>
          <p:cNvPicPr/>
          <p:nvPr/>
        </p:nvPicPr>
        <p:blipFill>
          <a:blip r:embed="rId5"/>
          <a:stretch/>
        </p:blipFill>
        <p:spPr>
          <a:xfrm>
            <a:off x="9036720" y="2577600"/>
            <a:ext cx="2583360" cy="291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Google Shape;195;p18" descr="image.png"/>
          <p:cNvPicPr/>
          <p:nvPr/>
        </p:nvPicPr>
        <p:blipFill>
          <a:blip r:embed="rId6"/>
          <a:stretch/>
        </p:blipFill>
        <p:spPr>
          <a:xfrm>
            <a:off x="1577520" y="287280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Google Shape;196;p18"/>
          <p:cNvSpPr/>
          <p:nvPr/>
        </p:nvSpPr>
        <p:spPr>
          <a:xfrm>
            <a:off x="1233360" y="3863520"/>
            <a:ext cx="1259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Language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197;p18"/>
          <p:cNvSpPr/>
          <p:nvPr/>
        </p:nvSpPr>
        <p:spPr>
          <a:xfrm>
            <a:off x="1206000" y="4482720"/>
            <a:ext cx="1314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C (Standard C99)</a:t>
            </a:r>
            <a:br>
              <a:rPr sz="1800"/>
            </a:b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 Core Logic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Google Shape;198;p18" descr="image.png"/>
          <p:cNvPicPr/>
          <p:nvPr/>
        </p:nvPicPr>
        <p:blipFill>
          <a:blip r:embed="rId7"/>
          <a:stretch/>
        </p:blipFill>
        <p:spPr>
          <a:xfrm>
            <a:off x="4399200" y="287280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Google Shape;199;p18"/>
          <p:cNvSpPr/>
          <p:nvPr/>
        </p:nvSpPr>
        <p:spPr>
          <a:xfrm>
            <a:off x="4500000" y="3863520"/>
            <a:ext cx="3697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IDE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200;p18"/>
          <p:cNvSpPr/>
          <p:nvPr/>
        </p:nvSpPr>
        <p:spPr>
          <a:xfrm>
            <a:off x="3932640" y="4482720"/>
            <a:ext cx="1504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Visual Studio Code</a:t>
            </a:r>
            <a:br>
              <a:rPr sz="1800"/>
            </a:b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 Development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Google Shape;201;p18" descr="image.png"/>
          <p:cNvPicPr/>
          <p:nvPr/>
        </p:nvPicPr>
        <p:blipFill>
          <a:blip r:embed="rId8"/>
          <a:stretch/>
        </p:blipFill>
        <p:spPr>
          <a:xfrm>
            <a:off x="7221240" y="287280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Google Shape;202;p18"/>
          <p:cNvSpPr/>
          <p:nvPr/>
        </p:nvSpPr>
        <p:spPr>
          <a:xfrm>
            <a:off x="6876720" y="3863520"/>
            <a:ext cx="1259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Compilers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203;p18"/>
          <p:cNvSpPr/>
          <p:nvPr/>
        </p:nvSpPr>
        <p:spPr>
          <a:xfrm>
            <a:off x="6820920" y="448272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GCC / Make tools</a:t>
            </a:r>
            <a:br>
              <a:rPr sz="1800"/>
            </a:b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 Build System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Google Shape;204;p18" descr="image.png"/>
          <p:cNvPicPr/>
          <p:nvPr/>
        </p:nvPicPr>
        <p:blipFill>
          <a:blip r:embed="rId9"/>
          <a:stretch/>
        </p:blipFill>
        <p:spPr>
          <a:xfrm>
            <a:off x="10042920" y="287280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Google Shape;205;p18"/>
          <p:cNvSpPr/>
          <p:nvPr/>
        </p:nvSpPr>
        <p:spPr>
          <a:xfrm>
            <a:off x="9868680" y="3863520"/>
            <a:ext cx="9198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Control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206;p18"/>
          <p:cNvSpPr/>
          <p:nvPr/>
        </p:nvSpPr>
        <p:spPr>
          <a:xfrm>
            <a:off x="9823680" y="4482720"/>
            <a:ext cx="1009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Git &amp; GitHub</a:t>
            </a:r>
            <a:br>
              <a:rPr sz="1800"/>
            </a:b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 Versioning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Google Shape;207;p18" descr="image.png"/>
          <p:cNvPicPr/>
          <p:nvPr/>
        </p:nvPicPr>
        <p:blipFill>
          <a:blip r:embed="rId10"/>
          <a:stretch/>
        </p:blipFill>
        <p:spPr>
          <a:xfrm>
            <a:off x="1696680" y="3025440"/>
            <a:ext cx="33300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Google Shape;208;p18" descr="image.png"/>
          <p:cNvPicPr/>
          <p:nvPr/>
        </p:nvPicPr>
        <p:blipFill>
          <a:blip r:embed="rId11"/>
          <a:stretch/>
        </p:blipFill>
        <p:spPr>
          <a:xfrm>
            <a:off x="4518360" y="3025440"/>
            <a:ext cx="33300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Google Shape;209;p18" descr="image.png"/>
          <p:cNvPicPr/>
          <p:nvPr/>
        </p:nvPicPr>
        <p:blipFill>
          <a:blip r:embed="rId12"/>
          <a:stretch/>
        </p:blipFill>
        <p:spPr>
          <a:xfrm>
            <a:off x="7354440" y="3025440"/>
            <a:ext cx="30456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Google Shape;210;p18" descr="image.png"/>
          <p:cNvPicPr/>
          <p:nvPr/>
        </p:nvPicPr>
        <p:blipFill>
          <a:blip r:embed="rId13"/>
          <a:stretch/>
        </p:blipFill>
        <p:spPr>
          <a:xfrm>
            <a:off x="10200240" y="3025440"/>
            <a:ext cx="25668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Google Shape;211;p18"/>
          <p:cNvSpPr/>
          <p:nvPr/>
        </p:nvSpPr>
        <p:spPr>
          <a:xfrm>
            <a:off x="762120" y="903600"/>
            <a:ext cx="1140120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50" strike="noStrike" u="non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Tech Stack</a:t>
            </a:r>
            <a:endParaRPr b="0" lang="en-IN" sz="3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12;p18"/>
          <p:cNvSpPr/>
          <p:nvPr/>
        </p:nvSpPr>
        <p:spPr>
          <a:xfrm>
            <a:off x="571680" y="903600"/>
            <a:ext cx="56880" cy="5997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217;p19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Google Shape;218;p19" descr="image.png"/>
          <p:cNvPicPr/>
          <p:nvPr/>
        </p:nvPicPr>
        <p:blipFill>
          <a:blip r:embed="rId2"/>
          <a:stretch/>
        </p:blipFill>
        <p:spPr>
          <a:xfrm>
            <a:off x="571680" y="4768560"/>
            <a:ext cx="5285880" cy="114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Google Shape;219;p19"/>
          <p:cNvSpPr/>
          <p:nvPr/>
        </p:nvSpPr>
        <p:spPr>
          <a:xfrm>
            <a:off x="571680" y="2391120"/>
            <a:ext cx="55504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Modular Architecture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220;p19"/>
          <p:cNvSpPr/>
          <p:nvPr/>
        </p:nvSpPr>
        <p:spPr>
          <a:xfrm>
            <a:off x="571680" y="2895840"/>
            <a:ext cx="528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The code is organized into specific modules for better management: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Google Shape;221;p19" descr="image.png"/>
          <p:cNvPicPr/>
          <p:nvPr/>
        </p:nvPicPr>
        <p:blipFill>
          <a:blip r:embed="rId3"/>
          <a:stretch/>
        </p:blipFill>
        <p:spPr>
          <a:xfrm>
            <a:off x="6334200" y="2277000"/>
            <a:ext cx="5285880" cy="352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Google Shape;222;p19"/>
          <p:cNvSpPr/>
          <p:nvPr/>
        </p:nvSpPr>
        <p:spPr>
          <a:xfrm>
            <a:off x="771480" y="4968360"/>
            <a:ext cx="48859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34155"/>
                </a:solidFill>
                <a:effectLst/>
                <a:uFillTx/>
                <a:latin typeface="Open Sans"/>
                <a:ea typeface="Open Sans"/>
              </a:rPr>
              <a:t>Key Techniques: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223;p19"/>
          <p:cNvSpPr/>
          <p:nvPr/>
        </p:nvSpPr>
        <p:spPr>
          <a:xfrm>
            <a:off x="771480" y="5225760"/>
            <a:ext cx="488592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Binary File I/O (fread/fwrite), Pointers for efficiency, Structs for data modeling.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7" name="Google Shape;224;p19" descr="image.png"/>
          <p:cNvPicPr/>
          <p:nvPr/>
        </p:nvPicPr>
        <p:blipFill>
          <a:blip r:embed="rId4"/>
          <a:stretch/>
        </p:blipFill>
        <p:spPr>
          <a:xfrm>
            <a:off x="1443240" y="3758760"/>
            <a:ext cx="11412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Google Shape;225;p19" descr="image.png"/>
          <p:cNvPicPr/>
          <p:nvPr/>
        </p:nvPicPr>
        <p:blipFill>
          <a:blip r:embed="rId5"/>
          <a:stretch/>
        </p:blipFill>
        <p:spPr>
          <a:xfrm>
            <a:off x="4015440" y="375876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" name="Google Shape;226;p19" descr="image.png"/>
          <p:cNvPicPr/>
          <p:nvPr/>
        </p:nvPicPr>
        <p:blipFill>
          <a:blip r:embed="rId6"/>
          <a:stretch/>
        </p:blipFill>
        <p:spPr>
          <a:xfrm>
            <a:off x="1288080" y="430164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Google Shape;227;p19" descr="image.png"/>
          <p:cNvPicPr/>
          <p:nvPr/>
        </p:nvPicPr>
        <p:blipFill>
          <a:blip r:embed="rId7"/>
          <a:stretch/>
        </p:blipFill>
        <p:spPr>
          <a:xfrm>
            <a:off x="4140000" y="430164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Google Shape;228;p19"/>
          <p:cNvSpPr/>
          <p:nvPr/>
        </p:nvSpPr>
        <p:spPr>
          <a:xfrm>
            <a:off x="762120" y="903600"/>
            <a:ext cx="1140120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50" strike="noStrike" u="non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Implementation</a:t>
            </a:r>
            <a:endParaRPr b="0" lang="en-IN" sz="3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229;p19"/>
          <p:cNvSpPr/>
          <p:nvPr/>
        </p:nvSpPr>
        <p:spPr>
          <a:xfrm>
            <a:off x="571680" y="903600"/>
            <a:ext cx="56880" cy="5997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235;p20" descr="image.png"/>
          <p:cNvPicPr/>
          <p:nvPr/>
        </p:nvPicPr>
        <p:blipFill>
          <a:blip r:embed="rId1"/>
          <a:stretch/>
        </p:blipFill>
        <p:spPr>
          <a:xfrm>
            <a:off x="5838840" y="3619080"/>
            <a:ext cx="51408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Google Shape;236;p20"/>
          <p:cNvSpPr/>
          <p:nvPr/>
        </p:nvSpPr>
        <p:spPr>
          <a:xfrm>
            <a:off x="4791240" y="4218840"/>
            <a:ext cx="26096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Poppins Medium"/>
                <a:ea typeface="Poppins Medium"/>
              </a:rPr>
              <a:t>Insert Snapshot: Welcome Screen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37;p20"/>
          <p:cNvSpPr/>
          <p:nvPr/>
        </p:nvSpPr>
        <p:spPr>
          <a:xfrm>
            <a:off x="762120" y="532800"/>
            <a:ext cx="1140120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50" strike="noStrike" u="non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The Welcome Screen / Auth Interface</a:t>
            </a:r>
            <a:endParaRPr b="0" lang="en-IN" sz="3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38;p20"/>
          <p:cNvSpPr/>
          <p:nvPr/>
        </p:nvSpPr>
        <p:spPr>
          <a:xfrm>
            <a:off x="571680" y="532800"/>
            <a:ext cx="56880" cy="5997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7" name="" descr=""/>
          <p:cNvPicPr/>
          <p:nvPr/>
        </p:nvPicPr>
        <p:blipFill>
          <a:blip r:embed="rId2"/>
          <a:stretch/>
        </p:blipFill>
        <p:spPr>
          <a:xfrm>
            <a:off x="540000" y="1260000"/>
            <a:ext cx="9540000" cy="551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244;p21" descr="image.png"/>
          <p:cNvPicPr/>
          <p:nvPr/>
        </p:nvPicPr>
        <p:blipFill>
          <a:blip r:embed="rId1"/>
          <a:stretch/>
        </p:blipFill>
        <p:spPr>
          <a:xfrm>
            <a:off x="5810400" y="3619080"/>
            <a:ext cx="57132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Google Shape;245;p21"/>
          <p:cNvSpPr/>
          <p:nvPr/>
        </p:nvSpPr>
        <p:spPr>
          <a:xfrm>
            <a:off x="4743360" y="4218840"/>
            <a:ext cx="27046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Poppins Medium"/>
                <a:ea typeface="Poppins Medium"/>
              </a:rPr>
              <a:t>Insert Snapshot: Admin Dashboard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46;p21"/>
          <p:cNvSpPr/>
          <p:nvPr/>
        </p:nvSpPr>
        <p:spPr>
          <a:xfrm>
            <a:off x="762120" y="532800"/>
            <a:ext cx="1140120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50" strike="noStrike" u="non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Admin Dashboard / Menu</a:t>
            </a:r>
            <a:endParaRPr b="0" lang="en-IN" sz="3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247;p21"/>
          <p:cNvSpPr/>
          <p:nvPr/>
        </p:nvSpPr>
        <p:spPr>
          <a:xfrm>
            <a:off x="571680" y="532800"/>
            <a:ext cx="56880" cy="5997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2" name="" descr=""/>
          <p:cNvPicPr/>
          <p:nvPr/>
        </p:nvPicPr>
        <p:blipFill>
          <a:blip r:embed="rId2"/>
          <a:stretch/>
        </p:blipFill>
        <p:spPr>
          <a:xfrm>
            <a:off x="540000" y="1260000"/>
            <a:ext cx="9180000" cy="54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253;p22" descr="image.png"/>
          <p:cNvPicPr/>
          <p:nvPr/>
        </p:nvPicPr>
        <p:blipFill>
          <a:blip r:embed="rId1"/>
          <a:stretch/>
        </p:blipFill>
        <p:spPr>
          <a:xfrm>
            <a:off x="5867280" y="36190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Google Shape;254;p22"/>
          <p:cNvSpPr/>
          <p:nvPr/>
        </p:nvSpPr>
        <p:spPr>
          <a:xfrm>
            <a:off x="4619520" y="4218840"/>
            <a:ext cx="2952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Poppins Medium"/>
                <a:ea typeface="Poppins Medium"/>
              </a:rPr>
              <a:t>Insert Snapshot: Vehicle Management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255;p22"/>
          <p:cNvSpPr/>
          <p:nvPr/>
        </p:nvSpPr>
        <p:spPr>
          <a:xfrm>
            <a:off x="762120" y="532800"/>
            <a:ext cx="1140120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50" strike="noStrike" u="non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Vehicle Management Menu (Can only be accessed by </a:t>
            </a:r>
            <a:endParaRPr b="0" lang="en-IN" sz="3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50" strike="noStrike" u="non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admin)</a:t>
            </a:r>
            <a:endParaRPr b="0" lang="en-IN" sz="3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256;p22"/>
          <p:cNvSpPr/>
          <p:nvPr/>
        </p:nvSpPr>
        <p:spPr>
          <a:xfrm>
            <a:off x="571680" y="532800"/>
            <a:ext cx="56880" cy="5997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7" name="" descr=""/>
          <p:cNvPicPr/>
          <p:nvPr/>
        </p:nvPicPr>
        <p:blipFill>
          <a:blip r:embed="rId2"/>
          <a:stretch/>
        </p:blipFill>
        <p:spPr>
          <a:xfrm>
            <a:off x="540000" y="1620000"/>
            <a:ext cx="9360000" cy="5203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262;p23" descr="image.png"/>
          <p:cNvPicPr/>
          <p:nvPr/>
        </p:nvPicPr>
        <p:blipFill>
          <a:blip r:embed="rId1"/>
          <a:stretch/>
        </p:blipFill>
        <p:spPr>
          <a:xfrm>
            <a:off x="5924520" y="3918960"/>
            <a:ext cx="34272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Google Shape;263;p23"/>
          <p:cNvSpPr/>
          <p:nvPr/>
        </p:nvSpPr>
        <p:spPr>
          <a:xfrm>
            <a:off x="4595760" y="4519080"/>
            <a:ext cx="29998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e22ce"/>
                </a:solidFill>
                <a:effectLst/>
                <a:uFillTx/>
                <a:latin typeface="Poppins Medium"/>
                <a:ea typeface="Poppins Medium"/>
              </a:rPr>
              <a:t>Insert Snapshot: Service Records Menu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264;p23"/>
          <p:cNvSpPr/>
          <p:nvPr/>
        </p:nvSpPr>
        <p:spPr>
          <a:xfrm>
            <a:off x="762120" y="232920"/>
            <a:ext cx="1140120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50" strike="noStrike" u="non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Service Management Menu (Can only be accessed by admin)</a:t>
            </a:r>
            <a:endParaRPr b="0" lang="en-IN" sz="3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65;p23"/>
          <p:cNvSpPr/>
          <p:nvPr/>
        </p:nvSpPr>
        <p:spPr>
          <a:xfrm>
            <a:off x="571680" y="232920"/>
            <a:ext cx="56880" cy="11998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2" name="" descr=""/>
          <p:cNvPicPr/>
          <p:nvPr/>
        </p:nvPicPr>
        <p:blipFill>
          <a:blip r:embed="rId2"/>
          <a:stretch/>
        </p:blipFill>
        <p:spPr>
          <a:xfrm>
            <a:off x="540000" y="1620000"/>
            <a:ext cx="9000000" cy="50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71;p24" descr="image.png"/>
          <p:cNvPicPr/>
          <p:nvPr/>
        </p:nvPicPr>
        <p:blipFill>
          <a:blip r:embed="rId1"/>
          <a:stretch/>
        </p:blipFill>
        <p:spPr>
          <a:xfrm>
            <a:off x="5896080" y="3619080"/>
            <a:ext cx="39960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Google Shape;272;p24"/>
          <p:cNvSpPr/>
          <p:nvPr/>
        </p:nvSpPr>
        <p:spPr>
          <a:xfrm>
            <a:off x="4819680" y="4218840"/>
            <a:ext cx="25524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Poppins Medium"/>
                <a:ea typeface="Poppins Medium"/>
              </a:rPr>
              <a:t>Insert Snapshot: User Dashboard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273;p24"/>
          <p:cNvSpPr/>
          <p:nvPr/>
        </p:nvSpPr>
        <p:spPr>
          <a:xfrm>
            <a:off x="762120" y="532800"/>
            <a:ext cx="1140120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50" strike="noStrike" u="non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User Dashboard / Menu</a:t>
            </a:r>
            <a:endParaRPr b="0" lang="en-IN" sz="3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274;p24"/>
          <p:cNvSpPr/>
          <p:nvPr/>
        </p:nvSpPr>
        <p:spPr>
          <a:xfrm>
            <a:off x="571680" y="532800"/>
            <a:ext cx="56880" cy="5997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" descr=""/>
          <p:cNvPicPr/>
          <p:nvPr/>
        </p:nvPicPr>
        <p:blipFill>
          <a:blip r:embed="rId2"/>
          <a:stretch/>
        </p:blipFill>
        <p:spPr>
          <a:xfrm>
            <a:off x="586440" y="1260000"/>
            <a:ext cx="9493560" cy="54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79;p2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" name="Google Shape;280;p25" descr="image.png"/>
          <p:cNvPicPr/>
          <p:nvPr/>
        </p:nvPicPr>
        <p:blipFill>
          <a:blip r:embed="rId2"/>
          <a:stretch/>
        </p:blipFill>
        <p:spPr>
          <a:xfrm>
            <a:off x="571680" y="2397600"/>
            <a:ext cx="5285880" cy="327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Google Shape;281;p25" descr="image.png"/>
          <p:cNvPicPr/>
          <p:nvPr/>
        </p:nvPicPr>
        <p:blipFill>
          <a:blip r:embed="rId3"/>
          <a:stretch/>
        </p:blipFill>
        <p:spPr>
          <a:xfrm>
            <a:off x="6334200" y="2397600"/>
            <a:ext cx="5285880" cy="327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Google Shape;282;p25" descr="image.png"/>
          <p:cNvPicPr/>
          <p:nvPr/>
        </p:nvPicPr>
        <p:blipFill>
          <a:blip r:embed="rId4"/>
          <a:stretch/>
        </p:blipFill>
        <p:spPr>
          <a:xfrm>
            <a:off x="866880" y="269316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Google Shape;283;p25"/>
          <p:cNvSpPr/>
          <p:nvPr/>
        </p:nvSpPr>
        <p:spPr>
          <a:xfrm>
            <a:off x="866880" y="3683520"/>
            <a:ext cx="49302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Deployment &amp; Management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3" name="Google Shape;284;p25" descr="image.png"/>
          <p:cNvPicPr/>
          <p:nvPr/>
        </p:nvPicPr>
        <p:blipFill>
          <a:blip r:embed="rId5"/>
          <a:stretch/>
        </p:blipFill>
        <p:spPr>
          <a:xfrm>
            <a:off x="6629400" y="269316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Google Shape;285;p25"/>
          <p:cNvSpPr/>
          <p:nvPr/>
        </p:nvSpPr>
        <p:spPr>
          <a:xfrm>
            <a:off x="6629400" y="3683520"/>
            <a:ext cx="49302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User Experience &amp; Data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5" name="Google Shape;286;p25" descr="image.png"/>
          <p:cNvPicPr/>
          <p:nvPr/>
        </p:nvPicPr>
        <p:blipFill>
          <a:blip r:embed="rId6"/>
          <a:stretch/>
        </p:blipFill>
        <p:spPr>
          <a:xfrm>
            <a:off x="1019160" y="284544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Google Shape;287;p25"/>
          <p:cNvSpPr/>
          <p:nvPr/>
        </p:nvSpPr>
        <p:spPr>
          <a:xfrm>
            <a:off x="1133640" y="4131360"/>
            <a:ext cx="4428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Successful Deployment on Windows.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288;p25"/>
          <p:cNvSpPr/>
          <p:nvPr/>
        </p:nvSpPr>
        <p:spPr>
          <a:xfrm>
            <a:off x="1133640" y="4548600"/>
            <a:ext cx="4428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Admin Can easily Add, update or delete Vehicles.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289;p25"/>
          <p:cNvSpPr/>
          <p:nvPr/>
        </p:nvSpPr>
        <p:spPr>
          <a:xfrm>
            <a:off x="1133640" y="4965480"/>
            <a:ext cx="4428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Zero-Crash stability during file operations.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9" name="Google Shape;290;p25" descr="image.png"/>
          <p:cNvPicPr/>
          <p:nvPr/>
        </p:nvPicPr>
        <p:blipFill>
          <a:blip r:embed="rId7"/>
          <a:stretch/>
        </p:blipFill>
        <p:spPr>
          <a:xfrm>
            <a:off x="6781680" y="284544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Google Shape;291;p25"/>
          <p:cNvSpPr/>
          <p:nvPr/>
        </p:nvSpPr>
        <p:spPr>
          <a:xfrm>
            <a:off x="6896160" y="4131360"/>
            <a:ext cx="4428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Instant Search functionality for finding vehicles.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292;p25"/>
          <p:cNvSpPr/>
          <p:nvPr/>
        </p:nvSpPr>
        <p:spPr>
          <a:xfrm>
            <a:off x="6896160" y="4548600"/>
            <a:ext cx="4428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Professional CLI look with Green/Red status indicators.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293;p25"/>
          <p:cNvSpPr/>
          <p:nvPr/>
        </p:nvSpPr>
        <p:spPr>
          <a:xfrm>
            <a:off x="6896160" y="4965480"/>
            <a:ext cx="4428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All data is saved permanently using file handling.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" name="Google Shape;294;p25" descr="image.png"/>
          <p:cNvPicPr/>
          <p:nvPr/>
        </p:nvPicPr>
        <p:blipFill>
          <a:blip r:embed="rId8"/>
          <a:stretch/>
        </p:blipFill>
        <p:spPr>
          <a:xfrm>
            <a:off x="866880" y="4174200"/>
            <a:ext cx="15192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Google Shape;295;p25" descr="image.png"/>
          <p:cNvPicPr/>
          <p:nvPr/>
        </p:nvPicPr>
        <p:blipFill>
          <a:blip r:embed="rId9"/>
          <a:stretch/>
        </p:blipFill>
        <p:spPr>
          <a:xfrm>
            <a:off x="866880" y="4591440"/>
            <a:ext cx="15192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Google Shape;296;p25" descr="image.png"/>
          <p:cNvPicPr/>
          <p:nvPr/>
        </p:nvPicPr>
        <p:blipFill>
          <a:blip r:embed="rId10"/>
          <a:stretch/>
        </p:blipFill>
        <p:spPr>
          <a:xfrm>
            <a:off x="866880" y="5008680"/>
            <a:ext cx="15192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Google Shape;297;p25" descr="image.png"/>
          <p:cNvPicPr/>
          <p:nvPr/>
        </p:nvPicPr>
        <p:blipFill>
          <a:blip r:embed="rId11"/>
          <a:stretch/>
        </p:blipFill>
        <p:spPr>
          <a:xfrm>
            <a:off x="6629400" y="4174200"/>
            <a:ext cx="15192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Google Shape;298;p25" descr="image.png"/>
          <p:cNvPicPr/>
          <p:nvPr/>
        </p:nvPicPr>
        <p:blipFill>
          <a:blip r:embed="rId12"/>
          <a:stretch/>
        </p:blipFill>
        <p:spPr>
          <a:xfrm>
            <a:off x="6629400" y="4591440"/>
            <a:ext cx="15192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" name="Google Shape;299;p25" descr="image.png"/>
          <p:cNvPicPr/>
          <p:nvPr/>
        </p:nvPicPr>
        <p:blipFill>
          <a:blip r:embed="rId13"/>
          <a:stretch/>
        </p:blipFill>
        <p:spPr>
          <a:xfrm>
            <a:off x="6629400" y="5008680"/>
            <a:ext cx="151920" cy="1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Google Shape;300;p25"/>
          <p:cNvSpPr/>
          <p:nvPr/>
        </p:nvSpPr>
        <p:spPr>
          <a:xfrm>
            <a:off x="762120" y="903600"/>
            <a:ext cx="1140120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50" strike="noStrike" u="non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Results</a:t>
            </a:r>
            <a:endParaRPr b="0" lang="en-IN" sz="3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301;p25"/>
          <p:cNvSpPr/>
          <p:nvPr/>
        </p:nvSpPr>
        <p:spPr>
          <a:xfrm>
            <a:off x="571680" y="903600"/>
            <a:ext cx="56880" cy="5997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307;p26" descr="image.png"/>
          <p:cNvPicPr/>
          <p:nvPr/>
        </p:nvPicPr>
        <p:blipFill>
          <a:blip r:embed="rId1"/>
          <a:stretch/>
        </p:blipFill>
        <p:spPr>
          <a:xfrm>
            <a:off x="5867280" y="37148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Google Shape;308;p26"/>
          <p:cNvSpPr/>
          <p:nvPr/>
        </p:nvSpPr>
        <p:spPr>
          <a:xfrm>
            <a:off x="4772160" y="4314960"/>
            <a:ext cx="26474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Poppins Medium"/>
                <a:ea typeface="Poppins Medium"/>
              </a:rPr>
              <a:t>Insert Snapshot: View Vehicles List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Google Shape;309;p26"/>
          <p:cNvSpPr/>
          <p:nvPr/>
        </p:nvSpPr>
        <p:spPr>
          <a:xfrm>
            <a:off x="571680" y="647640"/>
            <a:ext cx="11601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e293b"/>
                </a:solidFill>
                <a:effectLst/>
                <a:uFillTx/>
                <a:latin typeface="Poppins"/>
                <a:ea typeface="Poppins"/>
              </a:rPr>
              <a:t>View Vehicles : Shows all vehicles list (Can only be accessed by admin)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" name="" descr=""/>
          <p:cNvPicPr/>
          <p:nvPr/>
        </p:nvPicPr>
        <p:blipFill>
          <a:blip r:embed="rId2"/>
          <a:stretch/>
        </p:blipFill>
        <p:spPr>
          <a:xfrm>
            <a:off x="571680" y="1260000"/>
            <a:ext cx="9131760" cy="52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315;p27" descr="image.png"/>
          <p:cNvPicPr/>
          <p:nvPr/>
        </p:nvPicPr>
        <p:blipFill>
          <a:blip r:embed="rId1"/>
          <a:stretch/>
        </p:blipFill>
        <p:spPr>
          <a:xfrm>
            <a:off x="5867280" y="37148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Google Shape;316;p27"/>
          <p:cNvSpPr/>
          <p:nvPr/>
        </p:nvSpPr>
        <p:spPr>
          <a:xfrm>
            <a:off x="4871880" y="4314960"/>
            <a:ext cx="24476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Poppins Medium"/>
                <a:ea typeface="Poppins Medium"/>
              </a:rPr>
              <a:t>Insert Snapshot: Service History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317;p27"/>
          <p:cNvSpPr/>
          <p:nvPr/>
        </p:nvSpPr>
        <p:spPr>
          <a:xfrm>
            <a:off x="571680" y="647640"/>
            <a:ext cx="11601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e293b"/>
                </a:solidFill>
                <a:effectLst/>
                <a:uFillTx/>
                <a:latin typeface="Poppins"/>
                <a:ea typeface="Poppins"/>
              </a:rPr>
              <a:t>Service History: Shows Service History of Vehicle using Vehicle No. (For User)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8" name="" descr=""/>
          <p:cNvPicPr/>
          <p:nvPr/>
        </p:nvPicPr>
        <p:blipFill>
          <a:blip r:embed="rId2"/>
          <a:stretch/>
        </p:blipFill>
        <p:spPr>
          <a:xfrm>
            <a:off x="540000" y="1561680"/>
            <a:ext cx="9000000" cy="5030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323;p28" descr="image.png"/>
          <p:cNvPicPr/>
          <p:nvPr/>
        </p:nvPicPr>
        <p:blipFill>
          <a:blip r:embed="rId1"/>
          <a:stretch/>
        </p:blipFill>
        <p:spPr>
          <a:xfrm>
            <a:off x="5867280" y="363852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Google Shape;324;p28"/>
          <p:cNvSpPr/>
          <p:nvPr/>
        </p:nvSpPr>
        <p:spPr>
          <a:xfrm>
            <a:off x="4572000" y="4238640"/>
            <a:ext cx="30477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Poppins Medium"/>
                <a:ea typeface="Poppins Medium"/>
              </a:rPr>
              <a:t>Insert Snapshot: Search Vehicle Results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325;p28"/>
          <p:cNvSpPr/>
          <p:nvPr/>
        </p:nvSpPr>
        <p:spPr>
          <a:xfrm>
            <a:off x="571680" y="685800"/>
            <a:ext cx="1160100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1e293b"/>
                </a:solidFill>
                <a:effectLst/>
                <a:uFillTx/>
                <a:latin typeface="Poppins"/>
                <a:ea typeface="Poppins"/>
              </a:rPr>
              <a:t>Search Vehicle : Shows the details of vehicle after taking Vehicle No.(For Both User and Admin)</a:t>
            </a:r>
            <a:endParaRPr b="0" lang="en-IN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2" name="" descr=""/>
          <p:cNvPicPr/>
          <p:nvPr/>
        </p:nvPicPr>
        <p:blipFill>
          <a:blip r:embed="rId2"/>
          <a:stretch/>
        </p:blipFill>
        <p:spPr>
          <a:xfrm>
            <a:off x="540000" y="1485720"/>
            <a:ext cx="9180000" cy="523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330;p29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4" name="Google Shape;331;p29" descr="image.png"/>
          <p:cNvPicPr/>
          <p:nvPr/>
        </p:nvPicPr>
        <p:blipFill>
          <a:blip r:embed="rId2"/>
          <a:stretch/>
        </p:blipFill>
        <p:spPr>
          <a:xfrm>
            <a:off x="571680" y="2397600"/>
            <a:ext cx="5285880" cy="327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5" name="Google Shape;332;p29" descr="image.png"/>
          <p:cNvPicPr/>
          <p:nvPr/>
        </p:nvPicPr>
        <p:blipFill>
          <a:blip r:embed="rId3"/>
          <a:stretch/>
        </p:blipFill>
        <p:spPr>
          <a:xfrm>
            <a:off x="6334200" y="2397600"/>
            <a:ext cx="5285880" cy="327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6" name="Google Shape;333;p29" descr="image.png"/>
          <p:cNvPicPr/>
          <p:nvPr/>
        </p:nvPicPr>
        <p:blipFill>
          <a:blip r:embed="rId4"/>
          <a:stretch/>
        </p:blipFill>
        <p:spPr>
          <a:xfrm>
            <a:off x="866880" y="269316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Google Shape;334;p29"/>
          <p:cNvSpPr/>
          <p:nvPr/>
        </p:nvSpPr>
        <p:spPr>
          <a:xfrm>
            <a:off x="866880" y="3683520"/>
            <a:ext cx="49302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Advantages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8" name="Google Shape;335;p29" descr="image.png"/>
          <p:cNvPicPr/>
          <p:nvPr/>
        </p:nvPicPr>
        <p:blipFill>
          <a:blip r:embed="rId5"/>
          <a:stretch/>
        </p:blipFill>
        <p:spPr>
          <a:xfrm>
            <a:off x="6629400" y="269316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Google Shape;336;p29"/>
          <p:cNvSpPr/>
          <p:nvPr/>
        </p:nvSpPr>
        <p:spPr>
          <a:xfrm>
            <a:off x="6629400" y="3683520"/>
            <a:ext cx="49302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Disadvantages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0" name="Google Shape;337;p29" descr="image.png"/>
          <p:cNvPicPr/>
          <p:nvPr/>
        </p:nvPicPr>
        <p:blipFill>
          <a:blip r:embed="rId6"/>
          <a:stretch/>
        </p:blipFill>
        <p:spPr>
          <a:xfrm>
            <a:off x="1019160" y="284544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Google Shape;338;p29"/>
          <p:cNvSpPr/>
          <p:nvPr/>
        </p:nvSpPr>
        <p:spPr>
          <a:xfrm>
            <a:off x="1133640" y="4131360"/>
            <a:ext cx="4428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Blazing Fast: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 No bloatware.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339;p29"/>
          <p:cNvSpPr/>
          <p:nvPr/>
        </p:nvSpPr>
        <p:spPr>
          <a:xfrm>
            <a:off x="1133640" y="4548600"/>
            <a:ext cx="4428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Secure Data: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 Local binary storage.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340;p29"/>
          <p:cNvSpPr/>
          <p:nvPr/>
        </p:nvSpPr>
        <p:spPr>
          <a:xfrm>
            <a:off x="1152360" y="4965480"/>
            <a:ext cx="4409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Portable: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 Single .exe file.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4" name="Google Shape;341;p29" descr="image.png"/>
          <p:cNvPicPr/>
          <p:nvPr/>
        </p:nvPicPr>
        <p:blipFill>
          <a:blip r:embed="rId7"/>
          <a:stretch/>
        </p:blipFill>
        <p:spPr>
          <a:xfrm>
            <a:off x="6781680" y="284544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Google Shape;342;p29"/>
          <p:cNvSpPr/>
          <p:nvPr/>
        </p:nvSpPr>
        <p:spPr>
          <a:xfrm>
            <a:off x="6934320" y="4131360"/>
            <a:ext cx="4390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Keyboard Only: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 No mouse support.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343;p29"/>
          <p:cNvSpPr/>
          <p:nvPr/>
        </p:nvSpPr>
        <p:spPr>
          <a:xfrm>
            <a:off x="6962760" y="4548600"/>
            <a:ext cx="436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No Online Sync: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 Local only.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344;p29"/>
          <p:cNvSpPr/>
          <p:nvPr/>
        </p:nvSpPr>
        <p:spPr>
          <a:xfrm>
            <a:off x="6896160" y="4965480"/>
            <a:ext cx="4428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Scaling Limits: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 File-system DB.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8" name="Google Shape;345;p29" descr="image.png"/>
          <p:cNvPicPr/>
          <p:nvPr/>
        </p:nvPicPr>
        <p:blipFill>
          <a:blip r:embed="rId8"/>
          <a:stretch/>
        </p:blipFill>
        <p:spPr>
          <a:xfrm>
            <a:off x="6629400" y="4178880"/>
            <a:ext cx="190080" cy="171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9" name="Google Shape;346;p29" descr="image.png"/>
          <p:cNvPicPr/>
          <p:nvPr/>
        </p:nvPicPr>
        <p:blipFill>
          <a:blip r:embed="rId9"/>
          <a:stretch/>
        </p:blipFill>
        <p:spPr>
          <a:xfrm>
            <a:off x="866880" y="4174200"/>
            <a:ext cx="15192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0" name="Google Shape;347;p29" descr="image.png"/>
          <p:cNvPicPr/>
          <p:nvPr/>
        </p:nvPicPr>
        <p:blipFill>
          <a:blip r:embed="rId10"/>
          <a:stretch/>
        </p:blipFill>
        <p:spPr>
          <a:xfrm>
            <a:off x="866880" y="4591440"/>
            <a:ext cx="15192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1" name="Google Shape;348;p29" descr="image.png"/>
          <p:cNvPicPr/>
          <p:nvPr/>
        </p:nvPicPr>
        <p:blipFill>
          <a:blip r:embed="rId11"/>
          <a:stretch/>
        </p:blipFill>
        <p:spPr>
          <a:xfrm>
            <a:off x="866880" y="5008680"/>
            <a:ext cx="17100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2" name="Google Shape;349;p29" descr="image.png"/>
          <p:cNvPicPr/>
          <p:nvPr/>
        </p:nvPicPr>
        <p:blipFill>
          <a:blip r:embed="rId12"/>
          <a:stretch/>
        </p:blipFill>
        <p:spPr>
          <a:xfrm>
            <a:off x="6629400" y="4591440"/>
            <a:ext cx="21888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3" name="Google Shape;350;p29" descr="image.png"/>
          <p:cNvPicPr/>
          <p:nvPr/>
        </p:nvPicPr>
        <p:blipFill>
          <a:blip r:embed="rId13"/>
          <a:stretch/>
        </p:blipFill>
        <p:spPr>
          <a:xfrm>
            <a:off x="6629400" y="5008680"/>
            <a:ext cx="151920" cy="1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Google Shape;351;p29"/>
          <p:cNvSpPr/>
          <p:nvPr/>
        </p:nvSpPr>
        <p:spPr>
          <a:xfrm>
            <a:off x="762120" y="903600"/>
            <a:ext cx="1140120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50" strike="noStrike" u="non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Analysis</a:t>
            </a:r>
            <a:endParaRPr b="0" lang="en-IN" sz="3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352;p29"/>
          <p:cNvSpPr/>
          <p:nvPr/>
        </p:nvSpPr>
        <p:spPr>
          <a:xfrm>
            <a:off x="571680" y="903600"/>
            <a:ext cx="56880" cy="5997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357;p30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7" name="Google Shape;358;p30" descr="image.png"/>
          <p:cNvPicPr/>
          <p:nvPr/>
        </p:nvPicPr>
        <p:blipFill>
          <a:blip r:embed="rId2"/>
          <a:stretch/>
        </p:blipFill>
        <p:spPr>
          <a:xfrm>
            <a:off x="571680" y="2410920"/>
            <a:ext cx="2583360" cy="325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8" name="Google Shape;359;p30" descr="image.png"/>
          <p:cNvPicPr/>
          <p:nvPr/>
        </p:nvPicPr>
        <p:blipFill>
          <a:blip r:embed="rId3"/>
          <a:stretch/>
        </p:blipFill>
        <p:spPr>
          <a:xfrm>
            <a:off x="3393360" y="2410920"/>
            <a:ext cx="2583360" cy="325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9" name="Google Shape;360;p30" descr="image.png"/>
          <p:cNvPicPr/>
          <p:nvPr/>
        </p:nvPicPr>
        <p:blipFill>
          <a:blip r:embed="rId4"/>
          <a:stretch/>
        </p:blipFill>
        <p:spPr>
          <a:xfrm>
            <a:off x="6215040" y="2410920"/>
            <a:ext cx="2583360" cy="325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0" name="Google Shape;361;p30" descr="image.png"/>
          <p:cNvPicPr/>
          <p:nvPr/>
        </p:nvPicPr>
        <p:blipFill>
          <a:blip r:embed="rId5"/>
          <a:stretch/>
        </p:blipFill>
        <p:spPr>
          <a:xfrm>
            <a:off x="9036720" y="2410920"/>
            <a:ext cx="2583360" cy="325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1" name="Google Shape;362;p30" descr="image.png"/>
          <p:cNvPicPr/>
          <p:nvPr/>
        </p:nvPicPr>
        <p:blipFill>
          <a:blip r:embed="rId6"/>
          <a:stretch/>
        </p:blipFill>
        <p:spPr>
          <a:xfrm>
            <a:off x="1577520" y="270612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Google Shape;363;p30"/>
          <p:cNvSpPr/>
          <p:nvPr/>
        </p:nvSpPr>
        <p:spPr>
          <a:xfrm>
            <a:off x="816840" y="3696840"/>
            <a:ext cx="20923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Graphical User Interface (GUI)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Google Shape;364;p30"/>
          <p:cNvSpPr/>
          <p:nvPr/>
        </p:nvSpPr>
        <p:spPr>
          <a:xfrm>
            <a:off x="866880" y="4649400"/>
            <a:ext cx="199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Migrate to Qt framework for mouse support.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4" name="Google Shape;365;p30" descr="image.png"/>
          <p:cNvPicPr/>
          <p:nvPr/>
        </p:nvPicPr>
        <p:blipFill>
          <a:blip r:embed="rId7"/>
          <a:stretch/>
        </p:blipFill>
        <p:spPr>
          <a:xfrm>
            <a:off x="4399200" y="270612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Google Shape;366;p30"/>
          <p:cNvSpPr/>
          <p:nvPr/>
        </p:nvSpPr>
        <p:spPr>
          <a:xfrm>
            <a:off x="3638880" y="3696840"/>
            <a:ext cx="20923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Database Upgrade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367;p30"/>
          <p:cNvSpPr/>
          <p:nvPr/>
        </p:nvSpPr>
        <p:spPr>
          <a:xfrm>
            <a:off x="3688560" y="4649400"/>
            <a:ext cx="199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Move from .dat to SQLite/MySQL.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7" name="Google Shape;368;p30" descr="image.png"/>
          <p:cNvPicPr/>
          <p:nvPr/>
        </p:nvPicPr>
        <p:blipFill>
          <a:blip r:embed="rId8"/>
          <a:stretch/>
        </p:blipFill>
        <p:spPr>
          <a:xfrm>
            <a:off x="7221240" y="270612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Google Shape;369;p30"/>
          <p:cNvSpPr/>
          <p:nvPr/>
        </p:nvSpPr>
        <p:spPr>
          <a:xfrm>
            <a:off x="6460560" y="3696840"/>
            <a:ext cx="20923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Billing Module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Google Shape;370;p30"/>
          <p:cNvSpPr/>
          <p:nvPr/>
        </p:nvSpPr>
        <p:spPr>
          <a:xfrm>
            <a:off x="6510240" y="4316040"/>
            <a:ext cx="199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Generate PDF Invoices automatically.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0" name="Google Shape;371;p30" descr="image.png"/>
          <p:cNvPicPr/>
          <p:nvPr/>
        </p:nvPicPr>
        <p:blipFill>
          <a:blip r:embed="rId9"/>
          <a:stretch/>
        </p:blipFill>
        <p:spPr>
          <a:xfrm>
            <a:off x="10042920" y="270612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Google Shape;372;p30"/>
          <p:cNvSpPr/>
          <p:nvPr/>
        </p:nvSpPr>
        <p:spPr>
          <a:xfrm>
            <a:off x="9282240" y="3696840"/>
            <a:ext cx="20923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Poppins SemiBold"/>
                <a:ea typeface="Poppins SemiBold"/>
              </a:rPr>
              <a:t>Networking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373;p30"/>
          <p:cNvSpPr/>
          <p:nvPr/>
        </p:nvSpPr>
        <p:spPr>
          <a:xfrm>
            <a:off x="9332280" y="4316040"/>
            <a:ext cx="199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Allow multiple computers to access the same DB.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3" name="Google Shape;374;p30" descr="image.png"/>
          <p:cNvPicPr/>
          <p:nvPr/>
        </p:nvPicPr>
        <p:blipFill>
          <a:blip r:embed="rId10"/>
          <a:stretch/>
        </p:blipFill>
        <p:spPr>
          <a:xfrm>
            <a:off x="1711080" y="2858760"/>
            <a:ext cx="30456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4" name="Google Shape;375;p30" descr="image.png"/>
          <p:cNvPicPr/>
          <p:nvPr/>
        </p:nvPicPr>
        <p:blipFill>
          <a:blip r:embed="rId11"/>
          <a:stretch/>
        </p:blipFill>
        <p:spPr>
          <a:xfrm>
            <a:off x="4551840" y="285876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5" name="Google Shape;376;p30" descr="image.png"/>
          <p:cNvPicPr/>
          <p:nvPr/>
        </p:nvPicPr>
        <p:blipFill>
          <a:blip r:embed="rId12"/>
          <a:stretch/>
        </p:blipFill>
        <p:spPr>
          <a:xfrm>
            <a:off x="7407000" y="2858760"/>
            <a:ext cx="19980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6" name="Google Shape;377;p30" descr="image.png"/>
          <p:cNvPicPr/>
          <p:nvPr/>
        </p:nvPicPr>
        <p:blipFill>
          <a:blip r:embed="rId13"/>
          <a:stretch/>
        </p:blipFill>
        <p:spPr>
          <a:xfrm>
            <a:off x="10162080" y="2858760"/>
            <a:ext cx="3330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Google Shape;378;p30"/>
          <p:cNvSpPr/>
          <p:nvPr/>
        </p:nvSpPr>
        <p:spPr>
          <a:xfrm>
            <a:off x="762120" y="903600"/>
            <a:ext cx="1140120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50" strike="noStrike" u="non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Future Enhancements</a:t>
            </a:r>
            <a:endParaRPr b="0" lang="en-IN" sz="3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Google Shape;379;p30"/>
          <p:cNvSpPr/>
          <p:nvPr/>
        </p:nvSpPr>
        <p:spPr>
          <a:xfrm>
            <a:off x="571680" y="903600"/>
            <a:ext cx="56880" cy="5997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384;p3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Google Shape;385;p31"/>
          <p:cNvSpPr/>
          <p:nvPr/>
        </p:nvSpPr>
        <p:spPr>
          <a:xfrm>
            <a:off x="1809720" y="2075040"/>
            <a:ext cx="85723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9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34155"/>
                </a:solidFill>
                <a:effectLst/>
                <a:uFillTx/>
                <a:latin typeface="Open Sans Medium"/>
                <a:ea typeface="Open Sans Medium"/>
              </a:rPr>
              <a:t>"The Vehicle Service Management System provides an efficient solution for managing vehicle service records. It replaces the traditional manual system with a computerized and structured approach."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1" name="Google Shape;386;p31" descr="image.png"/>
          <p:cNvPicPr/>
          <p:nvPr/>
        </p:nvPicPr>
        <p:blipFill>
          <a:blip r:embed="rId2"/>
          <a:stretch/>
        </p:blipFill>
        <p:spPr>
          <a:xfrm>
            <a:off x="3090960" y="3553200"/>
            <a:ext cx="167616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2" name="Google Shape;387;p31" descr="image.png"/>
          <p:cNvPicPr/>
          <p:nvPr/>
        </p:nvPicPr>
        <p:blipFill>
          <a:blip r:embed="rId3"/>
          <a:stretch/>
        </p:blipFill>
        <p:spPr>
          <a:xfrm>
            <a:off x="5148360" y="3553200"/>
            <a:ext cx="138060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3" name="Google Shape;388;p31" descr="image.png"/>
          <p:cNvPicPr/>
          <p:nvPr/>
        </p:nvPicPr>
        <p:blipFill>
          <a:blip r:embed="rId4"/>
          <a:stretch/>
        </p:blipFill>
        <p:spPr>
          <a:xfrm>
            <a:off x="6910560" y="3553200"/>
            <a:ext cx="219024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4" name="Google Shape;389;p31" descr="image.png"/>
          <p:cNvPicPr/>
          <p:nvPr/>
        </p:nvPicPr>
        <p:blipFill>
          <a:blip r:embed="rId5"/>
          <a:stretch/>
        </p:blipFill>
        <p:spPr>
          <a:xfrm>
            <a:off x="3814920" y="37436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Google Shape;390;p31"/>
          <p:cNvSpPr/>
          <p:nvPr/>
        </p:nvSpPr>
        <p:spPr>
          <a:xfrm>
            <a:off x="3376440" y="4067640"/>
            <a:ext cx="1104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Reduces Errors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6" name="Google Shape;391;p31" descr="image.png"/>
          <p:cNvPicPr/>
          <p:nvPr/>
        </p:nvPicPr>
        <p:blipFill>
          <a:blip r:embed="rId6"/>
          <a:stretch/>
        </p:blipFill>
        <p:spPr>
          <a:xfrm>
            <a:off x="5724360" y="37436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7" name="Google Shape;392;p31"/>
          <p:cNvSpPr/>
          <p:nvPr/>
        </p:nvSpPr>
        <p:spPr>
          <a:xfrm>
            <a:off x="5433840" y="4067640"/>
            <a:ext cx="809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Saves Time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8" name="Google Shape;393;p31" descr="image.png"/>
          <p:cNvPicPr/>
          <p:nvPr/>
        </p:nvPicPr>
        <p:blipFill>
          <a:blip r:embed="rId7"/>
          <a:stretch/>
        </p:blipFill>
        <p:spPr>
          <a:xfrm>
            <a:off x="7891560" y="37436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Google Shape;394;p31"/>
          <p:cNvSpPr/>
          <p:nvPr/>
        </p:nvSpPr>
        <p:spPr>
          <a:xfrm>
            <a:off x="7196040" y="4067640"/>
            <a:ext cx="16189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Improves Productivity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Google Shape;395;p31"/>
          <p:cNvSpPr/>
          <p:nvPr/>
        </p:nvSpPr>
        <p:spPr>
          <a:xfrm>
            <a:off x="762120" y="903600"/>
            <a:ext cx="1140120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50" strike="noStrike" u="non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Conclusion</a:t>
            </a:r>
            <a:endParaRPr b="0" lang="en-IN" sz="3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Google Shape;396;p31"/>
          <p:cNvSpPr/>
          <p:nvPr/>
        </p:nvSpPr>
        <p:spPr>
          <a:xfrm>
            <a:off x="571680" y="903600"/>
            <a:ext cx="56880" cy="5997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401;p32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3" name="Google Shape;402;p32" descr="image.png"/>
          <p:cNvPicPr/>
          <p:nvPr/>
        </p:nvPicPr>
        <p:blipFill>
          <a:blip r:embed="rId2"/>
          <a:stretch/>
        </p:blipFill>
        <p:spPr>
          <a:xfrm>
            <a:off x="5619600" y="1393920"/>
            <a:ext cx="952200" cy="95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4" name="Google Shape;403;p32"/>
          <p:cNvSpPr/>
          <p:nvPr/>
        </p:nvSpPr>
        <p:spPr>
          <a:xfrm>
            <a:off x="4465800" y="3036960"/>
            <a:ext cx="326016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0" lang="en-US" sz="4200" strike="noStrike" u="none">
                <a:solidFill>
                  <a:srgbClr val="0f172a"/>
                </a:solidFill>
                <a:effectLst/>
                <a:uFillTx/>
                <a:latin typeface="Poppins ExtraBold"/>
                <a:ea typeface="Poppins ExtraBold"/>
              </a:rPr>
              <a:t>THANK YOU</a:t>
            </a:r>
            <a:endParaRPr b="0" lang="en-IN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Google Shape;404;p32"/>
          <p:cNvSpPr/>
          <p:nvPr/>
        </p:nvSpPr>
        <p:spPr>
          <a:xfrm>
            <a:off x="5338800" y="4119120"/>
            <a:ext cx="151416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64748b"/>
                </a:solidFill>
                <a:effectLst/>
                <a:uFillTx/>
                <a:latin typeface="Open Sans Medium"/>
                <a:ea typeface="Open Sans Medium"/>
              </a:rPr>
              <a:t>Any Questions?</a:t>
            </a:r>
            <a:endParaRPr b="0" lang="en-IN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6" name="Google Shape;405;p32" descr="image.png"/>
          <p:cNvPicPr/>
          <p:nvPr/>
        </p:nvPicPr>
        <p:blipFill>
          <a:blip r:embed="rId3"/>
          <a:stretch/>
        </p:blipFill>
        <p:spPr>
          <a:xfrm>
            <a:off x="5905440" y="167976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7" name="Google Shape;406;p32" descr="image.png"/>
          <p:cNvPicPr/>
          <p:nvPr/>
        </p:nvPicPr>
        <p:blipFill>
          <a:blip r:embed="rId4"/>
          <a:stretch/>
        </p:blipFill>
        <p:spPr>
          <a:xfrm>
            <a:off x="5091120" y="5082840"/>
            <a:ext cx="21888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Google Shape;407;p32"/>
          <p:cNvSpPr/>
          <p:nvPr/>
        </p:nvSpPr>
        <p:spPr>
          <a:xfrm>
            <a:off x="5405400" y="5092560"/>
            <a:ext cx="1695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Source Code on GitHub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412;p3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" name="Google Shape;413;p33"/>
          <p:cNvSpPr/>
          <p:nvPr/>
        </p:nvSpPr>
        <p:spPr>
          <a:xfrm>
            <a:off x="571680" y="3159000"/>
            <a:ext cx="11048760" cy="7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414;p33"/>
          <p:cNvSpPr/>
          <p:nvPr/>
        </p:nvSpPr>
        <p:spPr>
          <a:xfrm>
            <a:off x="571680" y="3934080"/>
            <a:ext cx="1104876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415;p33"/>
          <p:cNvSpPr/>
          <p:nvPr/>
        </p:nvSpPr>
        <p:spPr>
          <a:xfrm>
            <a:off x="571680" y="3934080"/>
            <a:ext cx="1104876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3" name="Google Shape;416;p33" descr="image.png"/>
          <p:cNvPicPr/>
          <p:nvPr/>
        </p:nvPicPr>
        <p:blipFill>
          <a:blip r:embed="rId2"/>
          <a:stretch/>
        </p:blipFill>
        <p:spPr>
          <a:xfrm>
            <a:off x="571680" y="3308400"/>
            <a:ext cx="856800" cy="47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Google Shape;417;p33"/>
          <p:cNvSpPr/>
          <p:nvPr/>
        </p:nvSpPr>
        <p:spPr>
          <a:xfrm>
            <a:off x="1666800" y="3301920"/>
            <a:ext cx="995328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https://static.vecteezy.com/system/resources/previews/021/488/896/non_2x/automobile-mechanic-man-working-illustration-vector.jpg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418;p33"/>
          <p:cNvSpPr/>
          <p:nvPr/>
        </p:nvSpPr>
        <p:spPr>
          <a:xfrm>
            <a:off x="1666800" y="3547440"/>
            <a:ext cx="99532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Source: </a:t>
            </a:r>
            <a:r>
              <a:rPr b="0" lang="en-US" sz="1200" strike="noStrike" u="none">
                <a:solidFill>
                  <a:srgbClr val="4f46e5"/>
                </a:solidFill>
                <a:effectLst/>
                <a:uFillTx/>
                <a:latin typeface="Open Sans"/>
                <a:ea typeface="Open Sans"/>
              </a:rPr>
              <a:t>www.vecteezy.com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" name="Google Shape;419;p33" descr="image.png"/>
          <p:cNvPicPr/>
          <p:nvPr/>
        </p:nvPicPr>
        <p:blipFill>
          <a:blip r:embed="rId3"/>
          <a:stretch/>
        </p:blipFill>
        <p:spPr>
          <a:xfrm>
            <a:off x="571680" y="4192200"/>
            <a:ext cx="856800" cy="47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Google Shape;420;p33"/>
          <p:cNvSpPr/>
          <p:nvPr/>
        </p:nvSpPr>
        <p:spPr>
          <a:xfrm>
            <a:off x="1666800" y="4086360"/>
            <a:ext cx="995328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https://img.freepik.com/premium-vector/software-developer-work-with-program-code-programmer-monitors-with-abstract-computer-language-script-backend-development-concept-flat-vector-illustration-coder-isolated-white-background_198278-16981.jpg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Google Shape;421;p33"/>
          <p:cNvSpPr/>
          <p:nvPr/>
        </p:nvSpPr>
        <p:spPr>
          <a:xfrm>
            <a:off x="1666800" y="4530240"/>
            <a:ext cx="99532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Open Sans"/>
                <a:ea typeface="Open Sans"/>
              </a:rPr>
              <a:t>Source: </a:t>
            </a:r>
            <a:r>
              <a:rPr b="0" lang="en-US" sz="1200" strike="noStrike" u="none">
                <a:solidFill>
                  <a:srgbClr val="4f46e5"/>
                </a:solidFill>
                <a:effectLst/>
                <a:uFillTx/>
                <a:latin typeface="Open Sans"/>
                <a:ea typeface="Open Sans"/>
              </a:rPr>
              <a:t>www.freepik.com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Google Shape;422;p33"/>
          <p:cNvSpPr/>
          <p:nvPr/>
        </p:nvSpPr>
        <p:spPr>
          <a:xfrm>
            <a:off x="762120" y="903600"/>
            <a:ext cx="1140120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50" strike="noStrike" u="non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Image Sources</a:t>
            </a:r>
            <a:endParaRPr b="0" lang="en-IN" sz="3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Google Shape;423;p33"/>
          <p:cNvSpPr/>
          <p:nvPr/>
        </p:nvSpPr>
        <p:spPr>
          <a:xfrm>
            <a:off x="571680" y="903600"/>
            <a:ext cx="56880" cy="5997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2026-01-30T01:08:27Z</dcterms:modified>
  <cp:revision>1</cp:revision>
  <dc:subject/>
  <dc:title/>
</cp:coreProperties>
</file>